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5c3438b69247bf" /><Relationship Type="http://schemas.openxmlformats.org/officeDocument/2006/relationships/extended-properties" Target="/docProps/app.xml" Id="R07325932a48a468d" /><Relationship Type="http://schemas.openxmlformats.org/officeDocument/2006/relationships/officeDocument" Target="/ppt/presentation.xml" Id="R2d0b6f0d9bcc4b4e" /></Relationships>
</file>

<file path=ppt/presentation.xml><?xml version="1.0" encoding="utf-8"?>
<p:presentation xmlns:p="http://schemas.openxmlformats.org/presentationml/2006/main">
  <p:sldMasterIdLst>
    <p:sldMasterId xmlns:r="http://schemas.openxmlformats.org/officeDocument/2006/relationships" id="2147483648" r:id="R4ccd3748de444ca9"/>
  </p:sldMasterIdLst>
  <p:notesMasterIdLst>
    <p:notesMasterId xmlns:r="http://schemas.openxmlformats.org/officeDocument/2006/relationships" r:id="R23b047a7740946f7"/>
  </p:notesMasterIdLst>
  <p:sldIdLst>
    <p:sldId xmlns:r="http://schemas.openxmlformats.org/officeDocument/2006/relationships" id="256" r:id="R4eb46426ac0f464c"/>
    <p:sldId xmlns:r="http://schemas.openxmlformats.org/officeDocument/2006/relationships" id="257" r:id="R8c9dcaae190e4f36"/>
    <p:sldId xmlns:r="http://schemas.openxmlformats.org/officeDocument/2006/relationships" id="258" r:id="Rb87ce81f31d743ac"/>
    <p:sldId xmlns:r="http://schemas.openxmlformats.org/officeDocument/2006/relationships" id="259" r:id="R9768561b5aeb439a"/>
    <p:sldId xmlns:r="http://schemas.openxmlformats.org/officeDocument/2006/relationships" id="260" r:id="R52241e19dbd74b19"/>
    <p:sldId xmlns:r="http://schemas.openxmlformats.org/officeDocument/2006/relationships" id="261" r:id="R716a4ac529434473"/>
    <p:sldId xmlns:r="http://schemas.openxmlformats.org/officeDocument/2006/relationships" id="262" r:id="Rde61998eadc04585"/>
    <p:sldId xmlns:r="http://schemas.openxmlformats.org/officeDocument/2006/relationships" id="263" r:id="Re69aaabf3cb24f6e"/>
    <p:sldId xmlns:r="http://schemas.openxmlformats.org/officeDocument/2006/relationships" id="264" r:id="R9687f426e4ed45e1"/>
    <p:sldId xmlns:r="http://schemas.openxmlformats.org/officeDocument/2006/relationships" id="265" r:id="R39710e37a50349a2"/>
    <p:sldId xmlns:r="http://schemas.openxmlformats.org/officeDocument/2006/relationships" id="266" r:id="R6a1db1befd8e4790"/>
    <p:sldId xmlns:r="http://schemas.openxmlformats.org/officeDocument/2006/relationships" id="267" r:id="Reb8e9320ea6e40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53ecd0d8b24ab5" /><Relationship Type="http://schemas.openxmlformats.org/officeDocument/2006/relationships/slideMaster" Target="/ppt/slideMasters/slideMaster1.xml" Id="R4ccd3748de444ca9" /><Relationship Type="http://schemas.openxmlformats.org/officeDocument/2006/relationships/notesMaster" Target="/ppt/notesMasters/notesMaster1.xml" Id="R23b047a7740946f7" /><Relationship Type="http://schemas.openxmlformats.org/officeDocument/2006/relationships/presProps" Target="/ppt/presProps.xml" Id="R6175fd9cec7346b2" /><Relationship Type="http://schemas.openxmlformats.org/officeDocument/2006/relationships/tableStyles" Target="/ppt/tableStyles.xml" Id="Rf6da43e5486f4d36" /><Relationship Type="http://schemas.openxmlformats.org/officeDocument/2006/relationships/slide" Target="/ppt/slides/slide1.xml" Id="R4eb46426ac0f464c" /><Relationship Type="http://schemas.openxmlformats.org/officeDocument/2006/relationships/slide" Target="/ppt/slides/slide2.xml" Id="R8c9dcaae190e4f36" /><Relationship Type="http://schemas.openxmlformats.org/officeDocument/2006/relationships/slide" Target="/ppt/slides/slide3.xml" Id="Rb87ce81f31d743ac" /><Relationship Type="http://schemas.openxmlformats.org/officeDocument/2006/relationships/slide" Target="/ppt/slides/slide4.xml" Id="R9768561b5aeb439a" /><Relationship Type="http://schemas.openxmlformats.org/officeDocument/2006/relationships/slide" Target="/ppt/slides/slide5.xml" Id="R52241e19dbd74b19" /><Relationship Type="http://schemas.openxmlformats.org/officeDocument/2006/relationships/slide" Target="/ppt/slides/slide6.xml" Id="R716a4ac529434473" /><Relationship Type="http://schemas.openxmlformats.org/officeDocument/2006/relationships/slide" Target="/ppt/slides/slide7.xml" Id="Rde61998eadc04585" /><Relationship Type="http://schemas.openxmlformats.org/officeDocument/2006/relationships/slide" Target="/ppt/slides/slide8.xml" Id="Re69aaabf3cb24f6e" /><Relationship Type="http://schemas.openxmlformats.org/officeDocument/2006/relationships/slide" Target="/ppt/slides/slide9.xml" Id="R9687f426e4ed45e1" /><Relationship Type="http://schemas.openxmlformats.org/officeDocument/2006/relationships/slide" Target="/ppt/slides/slide10.xml" Id="R39710e37a50349a2" /><Relationship Type="http://schemas.openxmlformats.org/officeDocument/2006/relationships/slide" Target="/ppt/slides/slide11.xml" Id="R6a1db1befd8e4790" /><Relationship Type="http://schemas.openxmlformats.org/officeDocument/2006/relationships/slide" Target="/ppt/slides/slide12.xml" Id="Reb8e9320ea6e40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9082d4bd5540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97b72ed7ba4381" /><Relationship Type="http://schemas.openxmlformats.org/officeDocument/2006/relationships/notesMaster" Target="/ppt/notesMasters/notesMaster1.xml" Id="R4b54b3d6e0514e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b42df9935f459b" /><Relationship Type="http://schemas.openxmlformats.org/officeDocument/2006/relationships/notesMaster" Target="/ppt/notesMasters/notesMaster1.xml" Id="Ra4d616ba156548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464046513f4675" /><Relationship Type="http://schemas.openxmlformats.org/officeDocument/2006/relationships/notesMaster" Target="/ppt/notesMasters/notesMaster1.xml" Id="Rbae0f8ec441d4b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6649ac46ad4823" /><Relationship Type="http://schemas.openxmlformats.org/officeDocument/2006/relationships/notesMaster" Target="/ppt/notesMasters/notesMaster1.xml" Id="R7e91101183dd4f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ca30d07b2d4d1f" /><Relationship Type="http://schemas.openxmlformats.org/officeDocument/2006/relationships/notesMaster" Target="/ppt/notesMasters/notesMaster1.xml" Id="R6184b4397eec45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f8f5fa22d347d7" /><Relationship Type="http://schemas.openxmlformats.org/officeDocument/2006/relationships/notesMaster" Target="/ppt/notesMasters/notesMaster1.xml" Id="Rbd485912575249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e89b16c43144d9" /><Relationship Type="http://schemas.openxmlformats.org/officeDocument/2006/relationships/notesMaster" Target="/ppt/notesMasters/notesMaster1.xml" Id="R0ce12881090848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537145552c427f" /><Relationship Type="http://schemas.openxmlformats.org/officeDocument/2006/relationships/notesMaster" Target="/ppt/notesMasters/notesMaster1.xml" Id="R8101f82138bb4c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28341e9f41477c" /><Relationship Type="http://schemas.openxmlformats.org/officeDocument/2006/relationships/notesMaster" Target="/ppt/notesMasters/notesMaster1.xml" Id="R1543297db0d943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649f2cf4ad469e" /><Relationship Type="http://schemas.openxmlformats.org/officeDocument/2006/relationships/notesMaster" Target="/ppt/notesMasters/notesMaster1.xml" Id="R740332b39db942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bb6c9223924e06" /><Relationship Type="http://schemas.openxmlformats.org/officeDocument/2006/relationships/notesMaster" Target="/ppt/notesMasters/notesMaster1.xml" Id="R30b2e8b449c942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c3c421b8964045" /><Relationship Type="http://schemas.openxmlformats.org/officeDocument/2006/relationships/notesMaster" Target="/ppt/notesMasters/notesMaster1.xml" Id="Rb8744b01f54f46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로컬이음은 지역 주민과 여행자가 함께하는 경험을 연결하기 위해 기획했습니다. 화면 캡처는 2026-10-20 로컬 개발 앱에서 직접 취득했습니다. 주요 근거: docs/local-eum/README.md, src/App.jsx.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기획 의도는 장소 정보를 나열하는 여행에서 지역 주민과 함께 일상을 경험하는 여행으로 확장하는 것입니다. 호스트는 자신의 이야기와 관심사를 체험으로 구성하는 주체입니다.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기획은 관광 정보 탐색에서 지역 주민과 함께하는 경험으로 초점을 넓히는 데서 출발했습니다. 시장 규모와 지불 의사는 향후 사용자 조사로 확인할 영역입니다.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경로는 src/App.jsx와 src/pages/local-eum의 라우트 구성에서 확인했습니다. 공개 체험은 Supabase PUBLISHED 조회, 신청은 lc_submit_experience_application RPC 경로를 사용합니다. 회차 선택·신청의 노출은 실제 공개 화면 캡처로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장의 화면은 2026-10-20 로컬 개발 앱을 Edge headless 브라우저로 실제 렌더링해 캡처했습니다. URL은 /local-eum, /local-eum/experiences/113, /local-eum/host/profile?demo=1 입니다. 공개 운영 서버의 캡처가 아니며, 공개 호스트 데모 화면은 가상 데이터를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2026-10-20 Supabase local-eum-dev 프로젝트에 read-only SQL 조회를 수행했습니다. 집계: hosts 2, experiences 15, experience_steps 68, sessions 19, applications 1, lc_application_payments 1. 113/114/115는 각각 17/18/19 회차, PUBLISHED/RECRUITING, 표시 참가비 10,000/0/10,000원이며 available_languages 길이는 0. 사용자 개인정보는 읽거나 슬라이드에 포함하지 않았습니다. 적용 기록: docs/local-eum/migrations/20261020_language_friends_publish.applied.md.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로컬이음의 프런트엔드와 데이터 계층은 React/Vite와 Supabase로 구성했습니다. DB는 Supabase PostgreSQL이며 Auth, RLS, Storage, Edge Function을 사용합니다. Codyssey API 비밀키는 Edge Function secret로만 관리됩니다.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코드 근거: supabase/functions/local-eum-agent/agent-core.mjs와 codyssey-client.mjs. Adapter는 COPA Chat Completions의 JSON 응답을 정해진 함수 인자로 변환하고, Edge가 서버 도구를 실행합니다. 모델이 SQL/도구를 직접 실행하지 않습니다. 화면 AiExperienceAgent.jsx에서는 검토 체크 후 소개란에 복사, 저장은 일반 HOST 폼에서 별도로 합니다. Deno tests는 16개 통과했던 PR #13 검증 기록이며, 현재 이 문서 작업 중 유료 AI 호출을 수행하지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원격 read-only 조회에서 #113–#115의 available_languages cardinality 0. 코드 근거: localEumI18n.js, experiencePresentation.js, maps/PlaceMap.jsx. DB 번역 적용 기록은 README와 migrations에 있으며, 이번 작업의 수치는 2026-10-20 DB 조회로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 근거는 실제 앱 화면, 2026-10-20 개발 DB 읽기 전용 조회, Local Eum 56개 테스트, AI Edge Deno 16개 테스트, build/lint 실행 기록입니다. npm run test:travel은 49개 중 48개 통과, 공통 내비게이션 테스트 1개 실패로 기록되어 있으며 로컬이음 변경과 무관한 팀 테스트입니다. 이 장은 프로젝트 구현 현황과 검증 증거를 요약합니다.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보고서의 완료 범위는 로컬이음 프런트엔드, Supabase 데이터 연동, HOST 운영 흐름, 다국어 화면, 주소 검색, AI 기획 지원의 구현과 코드·화면·DB 조회 근거 정리입니다. 신청·결제 안내는 결제 모듈을 뜻하지 않으며, 실제 결제·환불·정산 서비스로 설명하지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로컬이음을 만들며 화면 구현을 넘어 데이터베이스, 권한, 신청 흐름, 다국어, AI 연동을 함께 설계해야 함을 배웠습니다. 처음 정의한 문제를 해결하도록 기능을 연결하는 과정의 중요성을 배웠습니다.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35e8ad61b942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66af2773f04a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79b789ae1d44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423e0de8bd49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0ad0e09f5a42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1ce718db5e45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C95AC6-BAE8-4FD5-93A4-8D11A1F817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AFEFE6A-77B7-4447-9FA7-23B101FA792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58819FD-DB67-4532-B5CF-1C9FA36AB07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4BE1C9-B711-421D-9041-154BF7C400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7FD3D6-A29C-4920-B912-93D64B745B7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D1EF6CE-1064-431C-B01C-3FD57869ED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EB9C76-92EC-4B99-ABCA-477EF65031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241B300-12EB-4131-9139-18996AC9EAC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468B6F-F192-4292-A583-3E3DFCCF03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C42A3F-3EA6-4ED0-BA4D-7917973DFC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b8af18b31840c8" /><Relationship Type="http://schemas.openxmlformats.org/officeDocument/2006/relationships/slideLayout" Target="/ppt/slideLayouts/slideLayout1.xml" Id="R163a6a7a3dc04b30" /><Relationship Type="http://schemas.openxmlformats.org/officeDocument/2006/relationships/slideLayout" Target="/ppt/slideLayouts/slideLayout2.xml" Id="Rd266de5074e94529" /><Relationship Type="http://schemas.openxmlformats.org/officeDocument/2006/relationships/slideLayout" Target="/ppt/slideLayouts/slideLayout3.xml" Id="R192033643c5a41ca" /><Relationship Type="http://schemas.openxmlformats.org/officeDocument/2006/relationships/slideLayout" Target="/ppt/slideLayouts/slideLayout4.xml" Id="R017f73501c7440a2" /><Relationship Type="http://schemas.openxmlformats.org/officeDocument/2006/relationships/slideLayout" Target="/ppt/slideLayouts/slideLayout5.xml" Id="R0e7dd7a4740e4313" /><Relationship Type="http://schemas.openxmlformats.org/officeDocument/2006/relationships/slideLayout" Target="/ppt/slideLayouts/slideLayout6.xml" Id="R4b65516bc39642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3a6a7a3dc04b30"/>
    <p:sldLayoutId xmlns:r="http://schemas.openxmlformats.org/officeDocument/2006/relationships" id="2147483650" r:id="Rd266de5074e94529"/>
    <p:sldLayoutId xmlns:r="http://schemas.openxmlformats.org/officeDocument/2006/relationships" id="2147483651" r:id="R192033643c5a41ca"/>
    <p:sldLayoutId xmlns:r="http://schemas.openxmlformats.org/officeDocument/2006/relationships" id="2147483652" r:id="R017f73501c7440a2"/>
    <p:sldLayoutId xmlns:r="http://schemas.openxmlformats.org/officeDocument/2006/relationships" id="2147483653" r:id="R0e7dd7a4740e4313"/>
    <p:sldLayoutId xmlns:r="http://schemas.openxmlformats.org/officeDocument/2006/relationships" id="2147483654" r:id="R4b65516bc39642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eadc4fd93e47a2" /><Relationship Type="http://schemas.openxmlformats.org/officeDocument/2006/relationships/image" Target="/ppt/media/image.png" Id="Rec5f15b41281438f" /><Relationship Type="http://schemas.openxmlformats.org/officeDocument/2006/relationships/notesSlide" Target="/ppt/notesSlides/notesSlide1.xml" Id="R965f82c712b04e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f20b5ca11284dfb" /><Relationship Type="http://schemas.openxmlformats.org/officeDocument/2006/relationships/notesSlide" Target="/ppt/notesSlides/notesSlide2.xml" Id="R18279e8240ee4e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ca70cde27384cd7" /><Relationship Type="http://schemas.openxmlformats.org/officeDocument/2006/relationships/notesSlide" Target="/ppt/notesSlides/notesSlide3.xml" Id="R820d7ec3c76f46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5d12f4eb70249ae" /><Relationship Type="http://schemas.openxmlformats.org/officeDocument/2006/relationships/notesSlide" Target="/ppt/notesSlides/notesSlide4.xml" Id="R9fec4c0884ea4c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b45a48d5da04c3b" /><Relationship Type="http://schemas.openxmlformats.org/officeDocument/2006/relationships/image" Target="/ppt/media/image2.png" Id="R27350bab02bf4f3f" /><Relationship Type="http://schemas.openxmlformats.org/officeDocument/2006/relationships/image" Target="/ppt/media/image3.png" Id="Re3521a6064bb4e82" /><Relationship Type="http://schemas.openxmlformats.org/officeDocument/2006/relationships/image" Target="/ppt/media/image4.png" Id="Ree76cb1de97f4aa7" /><Relationship Type="http://schemas.openxmlformats.org/officeDocument/2006/relationships/notesSlide" Target="/ppt/notesSlides/notesSlide5.xml" Id="Re213a7d5d2be48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29f614ab5b444f" /><Relationship Type="http://schemas.openxmlformats.org/officeDocument/2006/relationships/notesSlide" Target="/ppt/notesSlides/notesSlide6.xml" Id="R1b4a1257743e4f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bc84215e1ea412e" /><Relationship Type="http://schemas.openxmlformats.org/officeDocument/2006/relationships/notesSlide" Target="/ppt/notesSlides/notesSlide7.xml" Id="Rc09f1839191e44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40a2753eb148c7" /><Relationship Type="http://schemas.openxmlformats.org/officeDocument/2006/relationships/notesSlide" Target="/ppt/notesSlides/notesSlide8.xml" Id="Rc005c5ae7e524d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9d66b838c24462e" /><Relationship Type="http://schemas.openxmlformats.org/officeDocument/2006/relationships/notesSlide" Target="/ppt/notesSlides/notesSlide9.xml" Id="Rfdf81c54d14142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2e69f41b4a4427a" /><Relationship Type="http://schemas.openxmlformats.org/officeDocument/2006/relationships/notesSlide" Target="/ppt/notesSlides/notesSlide10.xml" Id="Ra8a6c0289d9a45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c48b245ca1e437f" /><Relationship Type="http://schemas.openxmlformats.org/officeDocument/2006/relationships/notesSlide" Target="/ppt/notesSlides/notesSlide11.xml" Id="R005577971d8e40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a7d53a128534dea" /><Relationship Type="http://schemas.openxmlformats.org/officeDocument/2006/relationships/notesSlide" Target="/ppt/notesSlides/notesSlide12.xml" Id="R4fdb436fd1654a0d" /></Relationships>
</file>

<file path=ppt/slides/slide1.xml><?xml version="1.0" encoding="utf-8"?>
<p:sld xmlns:p="http://schemas.openxmlformats.org/presentationml/2006/main">
  <p:cSld>
    <p:bg>
      <p:bgPr>
        <a:solidFill xmlns:a="http://schemas.openxmlformats.org/drawingml/2006/main">
          <a:srgbClr val="192C4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8263389-875F-4168-816A-22ADCAB9B0A0}"/>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3D1CC"/>
                </a:solidFill>
                <a:latin typeface="Malgun Gothic"/>
                <a:ea typeface="Malgun Gothic"/>
                <a:cs typeface="Malgun Gothic"/>
              </a:defRPr>
            </a:defPPr>
            <a:lvl1pPr algn="l">
              <a:defRPr sz="975" b="1">
                <a:solidFill>
                  <a:srgbClr val="73D1CC"/>
                </a:solidFill>
                <a:latin typeface="Malgun Gothic"/>
                <a:ea typeface="Malgun Gothic"/>
                <a:cs typeface="Malgun Gothic"/>
              </a:defRPr>
            </a:lvl1pPr>
            <a:lvl2pPr algn="l">
              <a:defRPr sz="975" b="1">
                <a:solidFill>
                  <a:srgbClr val="73D1CC"/>
                </a:solidFill>
                <a:latin typeface="Malgun Gothic"/>
                <a:ea typeface="Malgun Gothic"/>
                <a:cs typeface="Malgun Gothic"/>
              </a:defRPr>
            </a:lvl2pPr>
            <a:lvl3pPr algn="l">
              <a:defRPr sz="975" b="1">
                <a:solidFill>
                  <a:srgbClr val="73D1CC"/>
                </a:solidFill>
                <a:latin typeface="Malgun Gothic"/>
                <a:ea typeface="Malgun Gothic"/>
                <a:cs typeface="Malgun Gothic"/>
              </a:defRPr>
            </a:lvl3pPr>
            <a:lvl4pPr algn="l">
              <a:defRPr sz="975" b="1">
                <a:solidFill>
                  <a:srgbClr val="73D1CC"/>
                </a:solidFill>
                <a:latin typeface="Malgun Gothic"/>
                <a:ea typeface="Malgun Gothic"/>
                <a:cs typeface="Malgun Gothic"/>
              </a:defRPr>
            </a:lvl4pPr>
            <a:lvl5pPr algn="l">
              <a:defRPr sz="975" b="1">
                <a:solidFill>
                  <a:srgbClr val="73D1CC"/>
                </a:solidFill>
                <a:latin typeface="Malgun Gothic"/>
                <a:ea typeface="Malgun Gothic"/>
                <a:cs typeface="Malgun Gothic"/>
              </a:defRPr>
            </a:lvl5pPr>
            <a:lvl6pPr algn="l">
              <a:defRPr sz="975" b="1">
                <a:solidFill>
                  <a:srgbClr val="73D1CC"/>
                </a:solidFill>
                <a:latin typeface="Malgun Gothic"/>
                <a:ea typeface="Malgun Gothic"/>
                <a:cs typeface="Malgun Gothic"/>
              </a:defRPr>
            </a:lvl6pPr>
            <a:lvl7pPr algn="l">
              <a:defRPr sz="975" b="1">
                <a:solidFill>
                  <a:srgbClr val="73D1CC"/>
                </a:solidFill>
                <a:latin typeface="Malgun Gothic"/>
                <a:ea typeface="Malgun Gothic"/>
                <a:cs typeface="Malgun Gothic"/>
              </a:defRPr>
            </a:lvl7pPr>
            <a:lvl8pPr algn="l">
              <a:defRPr sz="975" b="1">
                <a:solidFill>
                  <a:srgbClr val="73D1CC"/>
                </a:solidFill>
                <a:latin typeface="Malgun Gothic"/>
                <a:ea typeface="Malgun Gothic"/>
                <a:cs typeface="Malgun Gothic"/>
              </a:defRPr>
            </a:lvl8pPr>
            <a:lvl9pPr algn="l">
              <a:defRPr sz="975" b="1">
                <a:solidFill>
                  <a:srgbClr val="73D1CC"/>
                </a:solidFill>
                <a:latin typeface="Malgun Gothic"/>
                <a:ea typeface="Malgun Gothic"/>
                <a:cs typeface="Malgun Gothic"/>
              </a:defRPr>
            </a:lvl9pPr>
          </a:lstStyle>
          <a:p xmlns:a="http://schemas.openxmlformats.org/drawingml/2006/main">
            <a:pPr algn="l">
              <a:defRPr sz="975" b="1">
                <a:solidFill>
                  <a:srgbClr val="73D1CC"/>
                </a:solidFill>
                <a:latin typeface="Malgun Gothic"/>
                <a:ea typeface="Malgun Gothic"/>
                <a:cs typeface="Malgun Gothic"/>
              </a:defRPr>
            </a:pPr>
            <a:r>
              <a:rPr sz="975" b="1">
                <a:solidFill>
                  <a:srgbClr val="73D1CC"/>
                </a:solidFill>
                <a:latin typeface="Malgun Gothic"/>
                <a:ea typeface="Malgun Gothic"/>
                <a:cs typeface="Malgun Gothic"/>
              </a:rPr>
              <a:t>LOCAL EXPERIENCE PROJECT</a:t>
            </a:r>
          </a:p>
        </p:txBody>
      </p:sp>
      <p:sp>
        <p:nvSpPr>
          <p:cNvPr id="2" name="">
            <a:extLst xmlns:a="http://schemas.openxmlformats.org/drawingml/2006/main">
              <a:ext uri="{FF2B5EF4-FFF2-40B4-BE49-F238E27FC236}">
                <a16:creationId xmlns:a16="http://schemas.microsoft.com/office/drawing/2014/main" id="{6FAC2A80-F018-4555-9B0B-C4879ACE778D}"/>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FFFFFF"/>
                </a:solidFill>
                <a:latin typeface="Malgun Gothic"/>
                <a:ea typeface="Malgun Gothic"/>
                <a:cs typeface="Malgun Gothic"/>
              </a:defRPr>
            </a:defPPr>
            <a:lvl1pPr algn="l">
              <a:defRPr sz="2625" b="1">
                <a:solidFill>
                  <a:srgbClr val="FFFFFF"/>
                </a:solidFill>
                <a:latin typeface="Malgun Gothic"/>
                <a:ea typeface="Malgun Gothic"/>
                <a:cs typeface="Malgun Gothic"/>
              </a:defRPr>
            </a:lvl1pPr>
            <a:lvl2pPr algn="l">
              <a:defRPr sz="2625" b="1">
                <a:solidFill>
                  <a:srgbClr val="FFFFFF"/>
                </a:solidFill>
                <a:latin typeface="Malgun Gothic"/>
                <a:ea typeface="Malgun Gothic"/>
                <a:cs typeface="Malgun Gothic"/>
              </a:defRPr>
            </a:lvl2pPr>
            <a:lvl3pPr algn="l">
              <a:defRPr sz="2625" b="1">
                <a:solidFill>
                  <a:srgbClr val="FFFFFF"/>
                </a:solidFill>
                <a:latin typeface="Malgun Gothic"/>
                <a:ea typeface="Malgun Gothic"/>
                <a:cs typeface="Malgun Gothic"/>
              </a:defRPr>
            </a:lvl3pPr>
            <a:lvl4pPr algn="l">
              <a:defRPr sz="2625" b="1">
                <a:solidFill>
                  <a:srgbClr val="FFFFFF"/>
                </a:solidFill>
                <a:latin typeface="Malgun Gothic"/>
                <a:ea typeface="Malgun Gothic"/>
                <a:cs typeface="Malgun Gothic"/>
              </a:defRPr>
            </a:lvl4pPr>
            <a:lvl5pPr algn="l">
              <a:defRPr sz="2625" b="1">
                <a:solidFill>
                  <a:srgbClr val="FFFFFF"/>
                </a:solidFill>
                <a:latin typeface="Malgun Gothic"/>
                <a:ea typeface="Malgun Gothic"/>
                <a:cs typeface="Malgun Gothic"/>
              </a:defRPr>
            </a:lvl5pPr>
            <a:lvl6pPr algn="l">
              <a:defRPr sz="2625" b="1">
                <a:solidFill>
                  <a:srgbClr val="FFFFFF"/>
                </a:solidFill>
                <a:latin typeface="Malgun Gothic"/>
                <a:ea typeface="Malgun Gothic"/>
                <a:cs typeface="Malgun Gothic"/>
              </a:defRPr>
            </a:lvl6pPr>
            <a:lvl7pPr algn="l">
              <a:defRPr sz="2625" b="1">
                <a:solidFill>
                  <a:srgbClr val="FFFFFF"/>
                </a:solidFill>
                <a:latin typeface="Malgun Gothic"/>
                <a:ea typeface="Malgun Gothic"/>
                <a:cs typeface="Malgun Gothic"/>
              </a:defRPr>
            </a:lvl7pPr>
            <a:lvl8pPr algn="l">
              <a:defRPr sz="2625" b="1">
                <a:solidFill>
                  <a:srgbClr val="FFFFFF"/>
                </a:solidFill>
                <a:latin typeface="Malgun Gothic"/>
                <a:ea typeface="Malgun Gothic"/>
                <a:cs typeface="Malgun Gothic"/>
              </a:defRPr>
            </a:lvl8pPr>
            <a:lvl9pPr algn="l">
              <a:defRPr sz="2625" b="1">
                <a:solidFill>
                  <a:srgbClr val="FFFFFF"/>
                </a:solidFill>
                <a:latin typeface="Malgun Gothic"/>
                <a:ea typeface="Malgun Gothic"/>
                <a:cs typeface="Malgun Gothic"/>
              </a:defRPr>
            </a:lvl9pPr>
          </a:lstStyle>
          <a:p xmlns:a="http://schemas.openxmlformats.org/drawingml/2006/main">
            <a:pPr algn="l">
              <a:defRPr sz="2625" b="1">
                <a:solidFill>
                  <a:srgbClr val="FFFFFF"/>
                </a:solidFill>
                <a:latin typeface="Malgun Gothic"/>
                <a:ea typeface="Malgun Gothic"/>
                <a:cs typeface="Malgun Gothic"/>
              </a:defRPr>
            </a:pPr>
            <a:r>
              <a:rPr sz="2625" b="1">
                <a:solidFill>
                  <a:srgbClr val="FFFFFF"/>
                </a:solidFill>
                <a:latin typeface="Malgun Gothic"/>
                <a:ea typeface="Malgun Gothic"/>
                <a:cs typeface="Malgun Gothic"/>
              </a:rPr>
              <a:t>관광지에서 사람으로, 정보에서 경험으로</a:t>
            </a:r>
          </a:p>
        </p:txBody>
      </p:sp>
      <p:sp>
        <p:nvSpPr>
          <p:cNvPr id="3" name="">
            <a:extLst xmlns:a="http://schemas.openxmlformats.org/drawingml/2006/main">
              <a:ext uri="{FF2B5EF4-FFF2-40B4-BE49-F238E27FC236}">
                <a16:creationId xmlns:a16="http://schemas.microsoft.com/office/drawing/2014/main" id="{948B1479-B394-4409-892A-F9C0D8B444AC}"/>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73D1C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1A3BA0-6FAA-41A9-9DC2-92A2EB6294B1}"/>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B8C9D7"/>
                </a:solidFill>
                <a:latin typeface="Malgun Gothic"/>
                <a:ea typeface="Malgun Gothic"/>
                <a:cs typeface="Malgun Gothic"/>
              </a:defRPr>
            </a:defPPr>
            <a:lvl1pPr algn="l">
              <a:defRPr sz="900" b="0">
                <a:solidFill>
                  <a:srgbClr val="B8C9D7"/>
                </a:solidFill>
                <a:latin typeface="Malgun Gothic"/>
                <a:ea typeface="Malgun Gothic"/>
                <a:cs typeface="Malgun Gothic"/>
              </a:defRPr>
            </a:lvl1pPr>
            <a:lvl2pPr algn="l">
              <a:defRPr sz="900" b="0">
                <a:solidFill>
                  <a:srgbClr val="B8C9D7"/>
                </a:solidFill>
                <a:latin typeface="Malgun Gothic"/>
                <a:ea typeface="Malgun Gothic"/>
                <a:cs typeface="Malgun Gothic"/>
              </a:defRPr>
            </a:lvl2pPr>
            <a:lvl3pPr algn="l">
              <a:defRPr sz="900" b="0">
                <a:solidFill>
                  <a:srgbClr val="B8C9D7"/>
                </a:solidFill>
                <a:latin typeface="Malgun Gothic"/>
                <a:ea typeface="Malgun Gothic"/>
                <a:cs typeface="Malgun Gothic"/>
              </a:defRPr>
            </a:lvl3pPr>
            <a:lvl4pPr algn="l">
              <a:defRPr sz="900" b="0">
                <a:solidFill>
                  <a:srgbClr val="B8C9D7"/>
                </a:solidFill>
                <a:latin typeface="Malgun Gothic"/>
                <a:ea typeface="Malgun Gothic"/>
                <a:cs typeface="Malgun Gothic"/>
              </a:defRPr>
            </a:lvl4pPr>
            <a:lvl5pPr algn="l">
              <a:defRPr sz="900" b="0">
                <a:solidFill>
                  <a:srgbClr val="B8C9D7"/>
                </a:solidFill>
                <a:latin typeface="Malgun Gothic"/>
                <a:ea typeface="Malgun Gothic"/>
                <a:cs typeface="Malgun Gothic"/>
              </a:defRPr>
            </a:lvl5pPr>
            <a:lvl6pPr algn="l">
              <a:defRPr sz="900" b="0">
                <a:solidFill>
                  <a:srgbClr val="B8C9D7"/>
                </a:solidFill>
                <a:latin typeface="Malgun Gothic"/>
                <a:ea typeface="Malgun Gothic"/>
                <a:cs typeface="Malgun Gothic"/>
              </a:defRPr>
            </a:lvl6pPr>
            <a:lvl7pPr algn="l">
              <a:defRPr sz="900" b="0">
                <a:solidFill>
                  <a:srgbClr val="B8C9D7"/>
                </a:solidFill>
                <a:latin typeface="Malgun Gothic"/>
                <a:ea typeface="Malgun Gothic"/>
                <a:cs typeface="Malgun Gothic"/>
              </a:defRPr>
            </a:lvl7pPr>
            <a:lvl8pPr algn="l">
              <a:defRPr sz="900" b="0">
                <a:solidFill>
                  <a:srgbClr val="B8C9D7"/>
                </a:solidFill>
                <a:latin typeface="Malgun Gothic"/>
                <a:ea typeface="Malgun Gothic"/>
                <a:cs typeface="Malgun Gothic"/>
              </a:defRPr>
            </a:lvl8pPr>
            <a:lvl9pPr algn="l">
              <a:defRPr sz="900" b="0">
                <a:solidFill>
                  <a:srgbClr val="B8C9D7"/>
                </a:solidFill>
                <a:latin typeface="Malgun Gothic"/>
                <a:ea typeface="Malgun Gothic"/>
                <a:cs typeface="Malgun Gothic"/>
              </a:defRPr>
            </a:lvl9pPr>
          </a:lstStyle>
          <a:p xmlns:a="http://schemas.openxmlformats.org/drawingml/2006/main">
            <a:pPr algn="l">
              <a:defRPr sz="900" b="0">
                <a:solidFill>
                  <a:srgbClr val="B8C9D7"/>
                </a:solidFill>
                <a:latin typeface="Malgun Gothic"/>
                <a:ea typeface="Malgun Gothic"/>
                <a:cs typeface="Malgun Gothic"/>
              </a:defRPr>
            </a:pPr>
            <a:r>
              <a:rPr sz="900" b="0">
                <a:solidFill>
                  <a:srgbClr val="B8C9D7"/>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F05E4F88-69C0-4A05-9435-925127E60153}"/>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B8C9D7"/>
                </a:solidFill>
                <a:latin typeface="Malgun Gothic"/>
                <a:ea typeface="Malgun Gothic"/>
                <a:cs typeface="Malgun Gothic"/>
              </a:defRPr>
            </a:defPPr>
            <a:lvl1pPr algn="r">
              <a:defRPr sz="900" b="0">
                <a:solidFill>
                  <a:srgbClr val="B8C9D7"/>
                </a:solidFill>
                <a:latin typeface="Malgun Gothic"/>
                <a:ea typeface="Malgun Gothic"/>
                <a:cs typeface="Malgun Gothic"/>
              </a:defRPr>
            </a:lvl1pPr>
            <a:lvl2pPr algn="r">
              <a:defRPr sz="900" b="0">
                <a:solidFill>
                  <a:srgbClr val="B8C9D7"/>
                </a:solidFill>
                <a:latin typeface="Malgun Gothic"/>
                <a:ea typeface="Malgun Gothic"/>
                <a:cs typeface="Malgun Gothic"/>
              </a:defRPr>
            </a:lvl2pPr>
            <a:lvl3pPr algn="r">
              <a:defRPr sz="900" b="0">
                <a:solidFill>
                  <a:srgbClr val="B8C9D7"/>
                </a:solidFill>
                <a:latin typeface="Malgun Gothic"/>
                <a:ea typeface="Malgun Gothic"/>
                <a:cs typeface="Malgun Gothic"/>
              </a:defRPr>
            </a:lvl3pPr>
            <a:lvl4pPr algn="r">
              <a:defRPr sz="900" b="0">
                <a:solidFill>
                  <a:srgbClr val="B8C9D7"/>
                </a:solidFill>
                <a:latin typeface="Malgun Gothic"/>
                <a:ea typeface="Malgun Gothic"/>
                <a:cs typeface="Malgun Gothic"/>
              </a:defRPr>
            </a:lvl4pPr>
            <a:lvl5pPr algn="r">
              <a:defRPr sz="900" b="0">
                <a:solidFill>
                  <a:srgbClr val="B8C9D7"/>
                </a:solidFill>
                <a:latin typeface="Malgun Gothic"/>
                <a:ea typeface="Malgun Gothic"/>
                <a:cs typeface="Malgun Gothic"/>
              </a:defRPr>
            </a:lvl5pPr>
            <a:lvl6pPr algn="r">
              <a:defRPr sz="900" b="0">
                <a:solidFill>
                  <a:srgbClr val="B8C9D7"/>
                </a:solidFill>
                <a:latin typeface="Malgun Gothic"/>
                <a:ea typeface="Malgun Gothic"/>
                <a:cs typeface="Malgun Gothic"/>
              </a:defRPr>
            </a:lvl6pPr>
            <a:lvl7pPr algn="r">
              <a:defRPr sz="900" b="0">
                <a:solidFill>
                  <a:srgbClr val="B8C9D7"/>
                </a:solidFill>
                <a:latin typeface="Malgun Gothic"/>
                <a:ea typeface="Malgun Gothic"/>
                <a:cs typeface="Malgun Gothic"/>
              </a:defRPr>
            </a:lvl7pPr>
            <a:lvl8pPr algn="r">
              <a:defRPr sz="900" b="0">
                <a:solidFill>
                  <a:srgbClr val="B8C9D7"/>
                </a:solidFill>
                <a:latin typeface="Malgun Gothic"/>
                <a:ea typeface="Malgun Gothic"/>
                <a:cs typeface="Malgun Gothic"/>
              </a:defRPr>
            </a:lvl8pPr>
            <a:lvl9pPr algn="r">
              <a:defRPr sz="900" b="0">
                <a:solidFill>
                  <a:srgbClr val="B8C9D7"/>
                </a:solidFill>
                <a:latin typeface="Malgun Gothic"/>
                <a:ea typeface="Malgun Gothic"/>
                <a:cs typeface="Malgun Gothic"/>
              </a:defRPr>
            </a:lvl9pPr>
          </a:lstStyle>
          <a:p xmlns:a="http://schemas.openxmlformats.org/drawingml/2006/main">
            <a:pPr algn="r">
              <a:defRPr sz="900" b="0">
                <a:solidFill>
                  <a:srgbClr val="B8C9D7"/>
                </a:solidFill>
                <a:latin typeface="Malgun Gothic"/>
                <a:ea typeface="Malgun Gothic"/>
                <a:cs typeface="Malgun Gothic"/>
              </a:defRPr>
            </a:pPr>
            <a:r>
              <a:rPr sz="900" b="0">
                <a:solidFill>
                  <a:srgbClr val="B8C9D7"/>
                </a:solidFill>
                <a:latin typeface="Malgun Gothic"/>
                <a:ea typeface="Malgun Gothic"/>
                <a:cs typeface="Malgun Gothic"/>
              </a:rPr>
              <a:t>01 / 12</a:t>
            </a:r>
          </a:p>
        </p:txBody>
      </p:sp>
      <p:sp>
        <p:nvSpPr>
          <p:cNvPr id="6" name="">
            <a:extLst xmlns:a="http://schemas.openxmlformats.org/drawingml/2006/main">
              <a:ext uri="{FF2B5EF4-FFF2-40B4-BE49-F238E27FC236}">
                <a16:creationId xmlns:a16="http://schemas.microsoft.com/office/drawing/2014/main" id="{7804EA95-2371-4325-9A09-C32A7FF13700}"/>
              </a:ext>
            </a:extLst>
          </p:cNvPr>
          <p:cNvSpPr>
            <a:spLocks xmlns:a="http://schemas.openxmlformats.org/drawingml/2006/main" noGrp="1"/>
          </p:cNvSpPr>
          <p:nvPr/>
        </p:nvSpPr>
        <p:spPr>
          <a:xfrm xmlns:a="http://schemas.openxmlformats.org/drawingml/2006/main">
            <a:off x="609600" y="1809750"/>
            <a:ext cx="561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200" b="1">
                <a:solidFill>
                  <a:srgbClr val="FFFFFF"/>
                </a:solidFill>
                <a:latin typeface="Malgun Gothic"/>
                <a:ea typeface="Malgun Gothic"/>
                <a:cs typeface="Malgun Gothic"/>
              </a:defRPr>
            </a:defPPr>
            <a:lvl1pPr algn="l">
              <a:defRPr sz="4200" b="1">
                <a:solidFill>
                  <a:srgbClr val="FFFFFF"/>
                </a:solidFill>
                <a:latin typeface="Malgun Gothic"/>
                <a:ea typeface="Malgun Gothic"/>
                <a:cs typeface="Malgun Gothic"/>
              </a:defRPr>
            </a:lvl1pPr>
            <a:lvl2pPr algn="l">
              <a:defRPr sz="4200" b="1">
                <a:solidFill>
                  <a:srgbClr val="FFFFFF"/>
                </a:solidFill>
                <a:latin typeface="Malgun Gothic"/>
                <a:ea typeface="Malgun Gothic"/>
                <a:cs typeface="Malgun Gothic"/>
              </a:defRPr>
            </a:lvl2pPr>
            <a:lvl3pPr algn="l">
              <a:defRPr sz="4200" b="1">
                <a:solidFill>
                  <a:srgbClr val="FFFFFF"/>
                </a:solidFill>
                <a:latin typeface="Malgun Gothic"/>
                <a:ea typeface="Malgun Gothic"/>
                <a:cs typeface="Malgun Gothic"/>
              </a:defRPr>
            </a:lvl3pPr>
            <a:lvl4pPr algn="l">
              <a:defRPr sz="4200" b="1">
                <a:solidFill>
                  <a:srgbClr val="FFFFFF"/>
                </a:solidFill>
                <a:latin typeface="Malgun Gothic"/>
                <a:ea typeface="Malgun Gothic"/>
                <a:cs typeface="Malgun Gothic"/>
              </a:defRPr>
            </a:lvl4pPr>
            <a:lvl5pPr algn="l">
              <a:defRPr sz="4200" b="1">
                <a:solidFill>
                  <a:srgbClr val="FFFFFF"/>
                </a:solidFill>
                <a:latin typeface="Malgun Gothic"/>
                <a:ea typeface="Malgun Gothic"/>
                <a:cs typeface="Malgun Gothic"/>
              </a:defRPr>
            </a:lvl5pPr>
            <a:lvl6pPr algn="l">
              <a:defRPr sz="4200" b="1">
                <a:solidFill>
                  <a:srgbClr val="FFFFFF"/>
                </a:solidFill>
                <a:latin typeface="Malgun Gothic"/>
                <a:ea typeface="Malgun Gothic"/>
                <a:cs typeface="Malgun Gothic"/>
              </a:defRPr>
            </a:lvl6pPr>
            <a:lvl7pPr algn="l">
              <a:defRPr sz="4200" b="1">
                <a:solidFill>
                  <a:srgbClr val="FFFFFF"/>
                </a:solidFill>
                <a:latin typeface="Malgun Gothic"/>
                <a:ea typeface="Malgun Gothic"/>
                <a:cs typeface="Malgun Gothic"/>
              </a:defRPr>
            </a:lvl7pPr>
            <a:lvl8pPr algn="l">
              <a:defRPr sz="4200" b="1">
                <a:solidFill>
                  <a:srgbClr val="FFFFFF"/>
                </a:solidFill>
                <a:latin typeface="Malgun Gothic"/>
                <a:ea typeface="Malgun Gothic"/>
                <a:cs typeface="Malgun Gothic"/>
              </a:defRPr>
            </a:lvl8pPr>
            <a:lvl9pPr algn="l">
              <a:defRPr sz="4200" b="1">
                <a:solidFill>
                  <a:srgbClr val="FFFFFF"/>
                </a:solidFill>
                <a:latin typeface="Malgun Gothic"/>
                <a:ea typeface="Malgun Gothic"/>
                <a:cs typeface="Malgun Gothic"/>
              </a:defRPr>
            </a:lvl9pPr>
          </a:lstStyle>
          <a:p xmlns:a="http://schemas.openxmlformats.org/drawingml/2006/main">
            <a:pPr algn="l">
              <a:defRPr sz="4200" b="1">
                <a:solidFill>
                  <a:srgbClr val="FFFFFF"/>
                </a:solidFill>
                <a:latin typeface="Malgun Gothic"/>
                <a:ea typeface="Malgun Gothic"/>
                <a:cs typeface="Malgun Gothic"/>
              </a:defRPr>
            </a:pPr>
            <a:r>
              <a:rPr sz="4200" b="1">
                <a:solidFill>
                  <a:srgbClr val="FFFFFF"/>
                </a:solidFill>
                <a:latin typeface="Malgun Gothic"/>
                <a:ea typeface="Malgun Gothic"/>
                <a:cs typeface="Malgun Gothic"/>
              </a:rPr>
              <a:t>여행, 한걸음</a:t>
            </a:r>
          </a:p>
        </p:txBody>
      </p:sp>
      <p:sp>
        <p:nvSpPr>
          <p:cNvPr id="7" name="">
            <a:extLst xmlns:a="http://schemas.openxmlformats.org/drawingml/2006/main">
              <a:ext uri="{FF2B5EF4-FFF2-40B4-BE49-F238E27FC236}">
                <a16:creationId xmlns:a16="http://schemas.microsoft.com/office/drawing/2014/main" id="{862321A8-BC49-45AC-B395-74C57CA65B84}"/>
              </a:ext>
            </a:extLst>
          </p:cNvPr>
          <p:cNvSpPr>
            <a:spLocks xmlns:a="http://schemas.openxmlformats.org/drawingml/2006/main" noGrp="1"/>
          </p:cNvSpPr>
          <p:nvPr/>
        </p:nvSpPr>
        <p:spPr>
          <a:xfrm xmlns:a="http://schemas.openxmlformats.org/drawingml/2006/main">
            <a:off x="609600" y="2695575"/>
            <a:ext cx="561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73D1CC"/>
                </a:solidFill>
                <a:latin typeface="Malgun Gothic"/>
                <a:ea typeface="Malgun Gothic"/>
                <a:cs typeface="Malgun Gothic"/>
              </a:defRPr>
            </a:defPPr>
            <a:lvl1pPr algn="l">
              <a:defRPr sz="2325" b="1">
                <a:solidFill>
                  <a:srgbClr val="73D1CC"/>
                </a:solidFill>
                <a:latin typeface="Malgun Gothic"/>
                <a:ea typeface="Malgun Gothic"/>
                <a:cs typeface="Malgun Gothic"/>
              </a:defRPr>
            </a:lvl1pPr>
            <a:lvl2pPr algn="l">
              <a:defRPr sz="2325" b="1">
                <a:solidFill>
                  <a:srgbClr val="73D1CC"/>
                </a:solidFill>
                <a:latin typeface="Malgun Gothic"/>
                <a:ea typeface="Malgun Gothic"/>
                <a:cs typeface="Malgun Gothic"/>
              </a:defRPr>
            </a:lvl2pPr>
            <a:lvl3pPr algn="l">
              <a:defRPr sz="2325" b="1">
                <a:solidFill>
                  <a:srgbClr val="73D1CC"/>
                </a:solidFill>
                <a:latin typeface="Malgun Gothic"/>
                <a:ea typeface="Malgun Gothic"/>
                <a:cs typeface="Malgun Gothic"/>
              </a:defRPr>
            </a:lvl3pPr>
            <a:lvl4pPr algn="l">
              <a:defRPr sz="2325" b="1">
                <a:solidFill>
                  <a:srgbClr val="73D1CC"/>
                </a:solidFill>
                <a:latin typeface="Malgun Gothic"/>
                <a:ea typeface="Malgun Gothic"/>
                <a:cs typeface="Malgun Gothic"/>
              </a:defRPr>
            </a:lvl4pPr>
            <a:lvl5pPr algn="l">
              <a:defRPr sz="2325" b="1">
                <a:solidFill>
                  <a:srgbClr val="73D1CC"/>
                </a:solidFill>
                <a:latin typeface="Malgun Gothic"/>
                <a:ea typeface="Malgun Gothic"/>
                <a:cs typeface="Malgun Gothic"/>
              </a:defRPr>
            </a:lvl5pPr>
            <a:lvl6pPr algn="l">
              <a:defRPr sz="2325" b="1">
                <a:solidFill>
                  <a:srgbClr val="73D1CC"/>
                </a:solidFill>
                <a:latin typeface="Malgun Gothic"/>
                <a:ea typeface="Malgun Gothic"/>
                <a:cs typeface="Malgun Gothic"/>
              </a:defRPr>
            </a:lvl6pPr>
            <a:lvl7pPr algn="l">
              <a:defRPr sz="2325" b="1">
                <a:solidFill>
                  <a:srgbClr val="73D1CC"/>
                </a:solidFill>
                <a:latin typeface="Malgun Gothic"/>
                <a:ea typeface="Malgun Gothic"/>
                <a:cs typeface="Malgun Gothic"/>
              </a:defRPr>
            </a:lvl7pPr>
            <a:lvl8pPr algn="l">
              <a:defRPr sz="2325" b="1">
                <a:solidFill>
                  <a:srgbClr val="73D1CC"/>
                </a:solidFill>
                <a:latin typeface="Malgun Gothic"/>
                <a:ea typeface="Malgun Gothic"/>
                <a:cs typeface="Malgun Gothic"/>
              </a:defRPr>
            </a:lvl8pPr>
            <a:lvl9pPr algn="l">
              <a:defRPr sz="2325" b="1">
                <a:solidFill>
                  <a:srgbClr val="73D1CC"/>
                </a:solidFill>
                <a:latin typeface="Malgun Gothic"/>
                <a:ea typeface="Malgun Gothic"/>
                <a:cs typeface="Malgun Gothic"/>
              </a:defRPr>
            </a:lvl9pPr>
          </a:lstStyle>
          <a:p xmlns:a="http://schemas.openxmlformats.org/drawingml/2006/main">
            <a:pPr algn="l">
              <a:defRPr sz="2325" b="1">
                <a:solidFill>
                  <a:srgbClr val="73D1CC"/>
                </a:solidFill>
                <a:latin typeface="Malgun Gothic"/>
                <a:ea typeface="Malgun Gothic"/>
                <a:cs typeface="Malgun Gothic"/>
              </a:defRPr>
            </a:pPr>
            <a:r>
              <a:rPr sz="2325" b="1">
                <a:solidFill>
                  <a:srgbClr val="73D1CC"/>
                </a:solidFill>
                <a:latin typeface="Malgun Gothic"/>
                <a:ea typeface="Malgun Gothic"/>
                <a:cs typeface="Malgun Gothic"/>
              </a:rPr>
              <a:t>LOCAL EUM</a:t>
            </a:r>
          </a:p>
        </p:txBody>
      </p:sp>
      <p:sp>
        <p:nvSpPr>
          <p:cNvPr id="8" name="">
            <a:extLst xmlns:a="http://schemas.openxmlformats.org/drawingml/2006/main">
              <a:ext uri="{FF2B5EF4-FFF2-40B4-BE49-F238E27FC236}">
                <a16:creationId xmlns:a16="http://schemas.microsoft.com/office/drawing/2014/main" id="{4002465A-6470-4F3E-833C-CCC0B678B845}"/>
              </a:ext>
            </a:extLst>
          </p:cNvPr>
          <p:cNvSpPr>
            <a:spLocks xmlns:a="http://schemas.openxmlformats.org/drawingml/2006/main" noGrp="1"/>
          </p:cNvSpPr>
          <p:nvPr/>
        </p:nvSpPr>
        <p:spPr>
          <a:xfrm xmlns:a="http://schemas.openxmlformats.org/drawingml/2006/main">
            <a:off x="609600" y="3333750"/>
            <a:ext cx="50958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FFFFFF"/>
                </a:solidFill>
                <a:latin typeface="Malgun Gothic"/>
                <a:ea typeface="Malgun Gothic"/>
                <a:cs typeface="Malgun Gothic"/>
              </a:defRPr>
            </a:defPPr>
            <a:lvl1pPr algn="l">
              <a:defRPr sz="2100" b="1">
                <a:solidFill>
                  <a:srgbClr val="FFFFFF"/>
                </a:solidFill>
                <a:latin typeface="Malgun Gothic"/>
                <a:ea typeface="Malgun Gothic"/>
                <a:cs typeface="Malgun Gothic"/>
              </a:defRPr>
            </a:lvl1pPr>
            <a:lvl2pPr algn="l">
              <a:defRPr sz="2100" b="1">
                <a:solidFill>
                  <a:srgbClr val="FFFFFF"/>
                </a:solidFill>
                <a:latin typeface="Malgun Gothic"/>
                <a:ea typeface="Malgun Gothic"/>
                <a:cs typeface="Malgun Gothic"/>
              </a:defRPr>
            </a:lvl2pPr>
            <a:lvl3pPr algn="l">
              <a:defRPr sz="2100" b="1">
                <a:solidFill>
                  <a:srgbClr val="FFFFFF"/>
                </a:solidFill>
                <a:latin typeface="Malgun Gothic"/>
                <a:ea typeface="Malgun Gothic"/>
                <a:cs typeface="Malgun Gothic"/>
              </a:defRPr>
            </a:lvl3pPr>
            <a:lvl4pPr algn="l">
              <a:defRPr sz="2100" b="1">
                <a:solidFill>
                  <a:srgbClr val="FFFFFF"/>
                </a:solidFill>
                <a:latin typeface="Malgun Gothic"/>
                <a:ea typeface="Malgun Gothic"/>
                <a:cs typeface="Malgun Gothic"/>
              </a:defRPr>
            </a:lvl4pPr>
            <a:lvl5pPr algn="l">
              <a:defRPr sz="2100" b="1">
                <a:solidFill>
                  <a:srgbClr val="FFFFFF"/>
                </a:solidFill>
                <a:latin typeface="Malgun Gothic"/>
                <a:ea typeface="Malgun Gothic"/>
                <a:cs typeface="Malgun Gothic"/>
              </a:defRPr>
            </a:lvl5pPr>
            <a:lvl6pPr algn="l">
              <a:defRPr sz="2100" b="1">
                <a:solidFill>
                  <a:srgbClr val="FFFFFF"/>
                </a:solidFill>
                <a:latin typeface="Malgun Gothic"/>
                <a:ea typeface="Malgun Gothic"/>
                <a:cs typeface="Malgun Gothic"/>
              </a:defRPr>
            </a:lvl6pPr>
            <a:lvl7pPr algn="l">
              <a:defRPr sz="2100" b="1">
                <a:solidFill>
                  <a:srgbClr val="FFFFFF"/>
                </a:solidFill>
                <a:latin typeface="Malgun Gothic"/>
                <a:ea typeface="Malgun Gothic"/>
                <a:cs typeface="Malgun Gothic"/>
              </a:defRPr>
            </a:lvl7pPr>
            <a:lvl8pPr algn="l">
              <a:defRPr sz="2100" b="1">
                <a:solidFill>
                  <a:srgbClr val="FFFFFF"/>
                </a:solidFill>
                <a:latin typeface="Malgun Gothic"/>
                <a:ea typeface="Malgun Gothic"/>
                <a:cs typeface="Malgun Gothic"/>
              </a:defRPr>
            </a:lvl8pPr>
            <a:lvl9pPr algn="l">
              <a:defRPr sz="2100" b="1">
                <a:solidFill>
                  <a:srgbClr val="FFFFFF"/>
                </a:solidFill>
                <a:latin typeface="Malgun Gothic"/>
                <a:ea typeface="Malgun Gothic"/>
                <a:cs typeface="Malgun Gothic"/>
              </a:defRPr>
            </a:lvl9pPr>
          </a:lstStyle>
          <a:p xmlns:a="http://schemas.openxmlformats.org/drawingml/2006/main">
            <a:pPr algn="l">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여행에서 만남으로,</a:t>
            </a:r>
          </a:p>
          <a:p xmlns:a="http://schemas.openxmlformats.org/drawingml/2006/main">
            <a:pPr algn="l">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만남에서 새로운 경험으로</a:t>
            </a:r>
          </a:p>
        </p:txBody>
      </p:sp>
      <p:sp>
        <p:nvSpPr>
          <p:cNvPr id="9" name="">
            <a:extLst xmlns:a="http://schemas.openxmlformats.org/drawingml/2006/main">
              <a:ext uri="{FF2B5EF4-FFF2-40B4-BE49-F238E27FC236}">
                <a16:creationId xmlns:a16="http://schemas.microsoft.com/office/drawing/2014/main" id="{70D45823-3F51-4B18-AD02-9890B1C14500}"/>
              </a:ext>
            </a:extLst>
          </p:cNvPr>
          <p:cNvSpPr>
            <a:spLocks xmlns:a="http://schemas.openxmlformats.org/drawingml/2006/main" noGrp="1"/>
          </p:cNvSpPr>
          <p:nvPr/>
        </p:nvSpPr>
        <p:spPr>
          <a:xfrm xmlns:a="http://schemas.openxmlformats.org/drawingml/2006/main">
            <a:off x="609600" y="4410075"/>
            <a:ext cx="5095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7D6E2"/>
                </a:solidFill>
                <a:latin typeface="Malgun Gothic"/>
                <a:ea typeface="Malgun Gothic"/>
                <a:cs typeface="Malgun Gothic"/>
              </a:defRPr>
            </a:defPPr>
            <a:lvl1pPr algn="l">
              <a:defRPr sz="1425" b="0">
                <a:solidFill>
                  <a:srgbClr val="C7D6E2"/>
                </a:solidFill>
                <a:latin typeface="Malgun Gothic"/>
                <a:ea typeface="Malgun Gothic"/>
                <a:cs typeface="Malgun Gothic"/>
              </a:defRPr>
            </a:lvl1pPr>
            <a:lvl2pPr algn="l">
              <a:defRPr sz="1425" b="0">
                <a:solidFill>
                  <a:srgbClr val="C7D6E2"/>
                </a:solidFill>
                <a:latin typeface="Malgun Gothic"/>
                <a:ea typeface="Malgun Gothic"/>
                <a:cs typeface="Malgun Gothic"/>
              </a:defRPr>
            </a:lvl2pPr>
            <a:lvl3pPr algn="l">
              <a:defRPr sz="1425" b="0">
                <a:solidFill>
                  <a:srgbClr val="C7D6E2"/>
                </a:solidFill>
                <a:latin typeface="Malgun Gothic"/>
                <a:ea typeface="Malgun Gothic"/>
                <a:cs typeface="Malgun Gothic"/>
              </a:defRPr>
            </a:lvl3pPr>
            <a:lvl4pPr algn="l">
              <a:defRPr sz="1425" b="0">
                <a:solidFill>
                  <a:srgbClr val="C7D6E2"/>
                </a:solidFill>
                <a:latin typeface="Malgun Gothic"/>
                <a:ea typeface="Malgun Gothic"/>
                <a:cs typeface="Malgun Gothic"/>
              </a:defRPr>
            </a:lvl4pPr>
            <a:lvl5pPr algn="l">
              <a:defRPr sz="1425" b="0">
                <a:solidFill>
                  <a:srgbClr val="C7D6E2"/>
                </a:solidFill>
                <a:latin typeface="Malgun Gothic"/>
                <a:ea typeface="Malgun Gothic"/>
                <a:cs typeface="Malgun Gothic"/>
              </a:defRPr>
            </a:lvl5pPr>
            <a:lvl6pPr algn="l">
              <a:defRPr sz="1425" b="0">
                <a:solidFill>
                  <a:srgbClr val="C7D6E2"/>
                </a:solidFill>
                <a:latin typeface="Malgun Gothic"/>
                <a:ea typeface="Malgun Gothic"/>
                <a:cs typeface="Malgun Gothic"/>
              </a:defRPr>
            </a:lvl6pPr>
            <a:lvl7pPr algn="l">
              <a:defRPr sz="1425" b="0">
                <a:solidFill>
                  <a:srgbClr val="C7D6E2"/>
                </a:solidFill>
                <a:latin typeface="Malgun Gothic"/>
                <a:ea typeface="Malgun Gothic"/>
                <a:cs typeface="Malgun Gothic"/>
              </a:defRPr>
            </a:lvl7pPr>
            <a:lvl8pPr algn="l">
              <a:defRPr sz="1425" b="0">
                <a:solidFill>
                  <a:srgbClr val="C7D6E2"/>
                </a:solidFill>
                <a:latin typeface="Malgun Gothic"/>
                <a:ea typeface="Malgun Gothic"/>
                <a:cs typeface="Malgun Gothic"/>
              </a:defRPr>
            </a:lvl8pPr>
            <a:lvl9pPr algn="l">
              <a:defRPr sz="1425" b="0">
                <a:solidFill>
                  <a:srgbClr val="C7D6E2"/>
                </a:solidFill>
                <a:latin typeface="Malgun Gothic"/>
                <a:ea typeface="Malgun Gothic"/>
                <a:cs typeface="Malgun Gothic"/>
              </a:defRPr>
            </a:lvl9pPr>
          </a:lstStyle>
          <a:p xmlns:a="http://schemas.openxmlformats.org/drawingml/2006/main">
            <a:pPr algn="l">
              <a:defRPr sz="1425" b="0">
                <a:solidFill>
                  <a:srgbClr val="C7D6E2"/>
                </a:solidFill>
                <a:latin typeface="Malgun Gothic"/>
                <a:ea typeface="Malgun Gothic"/>
                <a:cs typeface="Malgun Gothic"/>
              </a:defRPr>
            </a:pPr>
            <a:r>
              <a:rPr sz="1425" b="0">
                <a:solidFill>
                  <a:srgbClr val="C7D6E2"/>
                </a:solidFill>
                <a:latin typeface="Malgun Gothic"/>
                <a:ea typeface="Malgun Gothic"/>
                <a:cs typeface="Malgun Gothic"/>
              </a:rPr>
              <a:t>지역 주민의 이야기와 관심사를 여행자와 연결해,</a:t>
            </a:r>
          </a:p>
          <a:p xmlns:a="http://schemas.openxmlformats.org/drawingml/2006/main">
            <a:pPr algn="l">
              <a:defRPr sz="1425" b="0">
                <a:solidFill>
                  <a:srgbClr val="C7D6E2"/>
                </a:solidFill>
                <a:latin typeface="Malgun Gothic"/>
                <a:ea typeface="Malgun Gothic"/>
                <a:cs typeface="Malgun Gothic"/>
              </a:defRPr>
            </a:pPr>
            <a:r>
              <a:rPr sz="1425" b="0">
                <a:solidFill>
                  <a:srgbClr val="C7D6E2"/>
                </a:solidFill>
                <a:latin typeface="Malgun Gothic"/>
                <a:ea typeface="Malgun Gothic"/>
                <a:cs typeface="Malgun Gothic"/>
              </a:rPr>
              <a:t>평범한 일상을 함께하는 체험으로 만듭니다.</a:t>
            </a:r>
          </a:p>
        </p:txBody>
      </p:sp>
      <p:pic>
        <p:nvPicPr>
          <p:cNvPr id="10" name="">
            <a:extLst xmlns:a="http://schemas.openxmlformats.org/drawingml/2006/main">
              <a:ext uri="{FF2B5EF4-FFF2-40B4-BE49-F238E27FC236}">
                <a16:creationId xmlns:a16="http://schemas.microsoft.com/office/drawing/2014/main" id="{891A902B-5E60-493D-B743-27E307EB7150}"/>
              </a:ext>
            </a:extLst>
          </p:cNvPr>
          <p:cNvPicPr>
            <a:picLocks xmlns:a="http://schemas.openxmlformats.org/drawingml/2006/main" noChangeAspect="1"/>
          </p:cNvPicPr>
          <p:nvPr/>
        </p:nvPicPr>
        <p:blipFill>
          <a:blip xmlns:r="http://schemas.openxmlformats.org/officeDocument/2006/relationships" xmlns:a="http://schemas.openxmlformats.org/drawingml/2006/main" r:embed="Rec5f15b41281438f"/>
          <a:srcRect xmlns:a="http://schemas.openxmlformats.org/drawingml/2006/main" l="189" t="0" r="189" b="0"/>
          <a:stretch xmlns:a="http://schemas.openxmlformats.org/drawingml/2006/main">
            <a:fillRect l="0" t="0" r="0" b="0"/>
          </a:stretch>
        </p:blipFill>
        <p:spPr>
          <a:xfrm xmlns:a="http://schemas.openxmlformats.org/drawingml/2006/main">
            <a:off x="6572250" y="1752600"/>
            <a:ext cx="5010150" cy="3143250"/>
          </a:xfrm>
          <a:prstGeom xmlns:a="http://schemas.openxmlformats.org/drawingml/2006/main" prst="roundRect">
            <a:avLst>
              <a:gd name="adj" fmla="val 3636"/>
            </a:avLst>
          </a:prstGeom>
        </p:spPr>
      </p:pic>
      <p:sp>
        <p:nvSpPr>
          <p:cNvPr id="11" name="">
            <a:extLst xmlns:a="http://schemas.openxmlformats.org/drawingml/2006/main">
              <a:ext uri="{FF2B5EF4-FFF2-40B4-BE49-F238E27FC236}">
                <a16:creationId xmlns:a16="http://schemas.microsoft.com/office/drawing/2014/main" id="{806D52DF-6811-4F1A-A093-29E1187DA9F7}"/>
              </a:ext>
            </a:extLst>
          </p:cNvPr>
          <p:cNvSpPr>
            <a:spLocks xmlns:a="http://schemas.openxmlformats.org/drawingml/2006/main" noGrp="1"/>
          </p:cNvSpPr>
          <p:nvPr/>
        </p:nvSpPr>
        <p:spPr>
          <a:xfrm xmlns:a="http://schemas.openxmlformats.org/drawingml/2006/main">
            <a:off x="6572250" y="5067300"/>
            <a:ext cx="1733550" cy="304800"/>
          </a:xfrm>
          <a:prstGeom xmlns:a="http://schemas.openxmlformats.org/drawingml/2006/main" prst="roundRect">
            <a:avLst>
              <a:gd name="adj" fmla="val 50000"/>
            </a:avLst>
          </a:prstGeom>
          <a:solidFill xmlns:a="http://schemas.openxmlformats.org/drawingml/2006/main">
            <a:srgbClr val="D5F2E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65E55F9-0272-445B-A42E-944314AD3FA8}"/>
              </a:ext>
            </a:extLst>
          </p:cNvPr>
          <p:cNvSpPr>
            <a:spLocks xmlns:a="http://schemas.openxmlformats.org/drawingml/2006/main" noGrp="1"/>
          </p:cNvSpPr>
          <p:nvPr/>
        </p:nvSpPr>
        <p:spPr>
          <a:xfrm xmlns:a="http://schemas.openxmlformats.org/drawingml/2006/main">
            <a:off x="6648450" y="5114925"/>
            <a:ext cx="1581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26B6B"/>
                </a:solidFill>
                <a:latin typeface="Malgun Gothic"/>
                <a:ea typeface="Malgun Gothic"/>
                <a:cs typeface="Malgun Gothic"/>
              </a:defRPr>
            </a:defPPr>
            <a:lvl1pPr algn="ctr">
              <a:defRPr sz="1050" b="1">
                <a:solidFill>
                  <a:srgbClr val="126B6B"/>
                </a:solidFill>
                <a:latin typeface="Malgun Gothic"/>
                <a:ea typeface="Malgun Gothic"/>
                <a:cs typeface="Malgun Gothic"/>
              </a:defRPr>
            </a:lvl1pPr>
            <a:lvl2pPr algn="ctr">
              <a:defRPr sz="1050" b="1">
                <a:solidFill>
                  <a:srgbClr val="126B6B"/>
                </a:solidFill>
                <a:latin typeface="Malgun Gothic"/>
                <a:ea typeface="Malgun Gothic"/>
                <a:cs typeface="Malgun Gothic"/>
              </a:defRPr>
            </a:lvl2pPr>
            <a:lvl3pPr algn="ctr">
              <a:defRPr sz="1050" b="1">
                <a:solidFill>
                  <a:srgbClr val="126B6B"/>
                </a:solidFill>
                <a:latin typeface="Malgun Gothic"/>
                <a:ea typeface="Malgun Gothic"/>
                <a:cs typeface="Malgun Gothic"/>
              </a:defRPr>
            </a:lvl3pPr>
            <a:lvl4pPr algn="ctr">
              <a:defRPr sz="1050" b="1">
                <a:solidFill>
                  <a:srgbClr val="126B6B"/>
                </a:solidFill>
                <a:latin typeface="Malgun Gothic"/>
                <a:ea typeface="Malgun Gothic"/>
                <a:cs typeface="Malgun Gothic"/>
              </a:defRPr>
            </a:lvl4pPr>
            <a:lvl5pPr algn="ctr">
              <a:defRPr sz="1050" b="1">
                <a:solidFill>
                  <a:srgbClr val="126B6B"/>
                </a:solidFill>
                <a:latin typeface="Malgun Gothic"/>
                <a:ea typeface="Malgun Gothic"/>
                <a:cs typeface="Malgun Gothic"/>
              </a:defRPr>
            </a:lvl5pPr>
            <a:lvl6pPr algn="ctr">
              <a:defRPr sz="1050" b="1">
                <a:solidFill>
                  <a:srgbClr val="126B6B"/>
                </a:solidFill>
                <a:latin typeface="Malgun Gothic"/>
                <a:ea typeface="Malgun Gothic"/>
                <a:cs typeface="Malgun Gothic"/>
              </a:defRPr>
            </a:lvl6pPr>
            <a:lvl7pPr algn="ctr">
              <a:defRPr sz="1050" b="1">
                <a:solidFill>
                  <a:srgbClr val="126B6B"/>
                </a:solidFill>
                <a:latin typeface="Malgun Gothic"/>
                <a:ea typeface="Malgun Gothic"/>
                <a:cs typeface="Malgun Gothic"/>
              </a:defRPr>
            </a:lvl7pPr>
            <a:lvl8pPr algn="ctr">
              <a:defRPr sz="1050" b="1">
                <a:solidFill>
                  <a:srgbClr val="126B6B"/>
                </a:solidFill>
                <a:latin typeface="Malgun Gothic"/>
                <a:ea typeface="Malgun Gothic"/>
                <a:cs typeface="Malgun Gothic"/>
              </a:defRPr>
            </a:lvl8pPr>
            <a:lvl9pPr algn="ctr">
              <a:defRPr sz="1050" b="1">
                <a:solidFill>
                  <a:srgbClr val="126B6B"/>
                </a:solidFill>
                <a:latin typeface="Malgun Gothic"/>
                <a:ea typeface="Malgun Gothic"/>
                <a:cs typeface="Malgun Gothic"/>
              </a:defRPr>
            </a:lvl9pPr>
          </a:lstStyle>
          <a:p xmlns:a="http://schemas.openxmlformats.org/drawingml/2006/main">
            <a:pPr algn="ctr">
              <a:defRPr sz="1050" b="1">
                <a:solidFill>
                  <a:srgbClr val="126B6B"/>
                </a:solidFill>
                <a:latin typeface="Malgun Gothic"/>
                <a:ea typeface="Malgun Gothic"/>
                <a:cs typeface="Malgun Gothic"/>
              </a:defRPr>
            </a:pPr>
            <a:r>
              <a:rPr sz="1050" b="1">
                <a:solidFill>
                  <a:srgbClr val="126B6B"/>
                </a:solidFill>
                <a:latin typeface="Malgun Gothic"/>
                <a:ea typeface="Malgun Gothic"/>
                <a:cs typeface="Malgun Gothic"/>
              </a:rPr>
              <a:t>실제 UI 캡처</a:t>
            </a:r>
          </a:p>
        </p:txBody>
      </p:sp>
      <p:sp>
        <p:nvSpPr>
          <p:cNvPr id="13" name="">
            <a:extLst xmlns:a="http://schemas.openxmlformats.org/drawingml/2006/main">
              <a:ext uri="{FF2B5EF4-FFF2-40B4-BE49-F238E27FC236}">
                <a16:creationId xmlns:a16="http://schemas.microsoft.com/office/drawing/2014/main" id="{48A7E647-D5FB-4CDF-A550-1C0E9B79BAC1}"/>
              </a:ext>
            </a:extLst>
          </p:cNvPr>
          <p:cNvSpPr>
            <a:spLocks xmlns:a="http://schemas.openxmlformats.org/drawingml/2006/main" noGrp="1"/>
          </p:cNvSpPr>
          <p:nvPr/>
        </p:nvSpPr>
        <p:spPr>
          <a:xfrm xmlns:a="http://schemas.openxmlformats.org/drawingml/2006/main">
            <a:off x="609600" y="57150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D8E5ED"/>
                </a:solidFill>
                <a:latin typeface="Malgun Gothic"/>
                <a:ea typeface="Malgun Gothic"/>
                <a:cs typeface="Malgun Gothic"/>
              </a:defRPr>
            </a:defPPr>
            <a:lvl1pPr algn="l">
              <a:defRPr sz="1350" b="0">
                <a:solidFill>
                  <a:srgbClr val="D8E5ED"/>
                </a:solidFill>
                <a:latin typeface="Malgun Gothic"/>
                <a:ea typeface="Malgun Gothic"/>
                <a:cs typeface="Malgun Gothic"/>
              </a:defRPr>
            </a:lvl1pPr>
            <a:lvl2pPr algn="l">
              <a:defRPr sz="1350" b="0">
                <a:solidFill>
                  <a:srgbClr val="D8E5ED"/>
                </a:solidFill>
                <a:latin typeface="Malgun Gothic"/>
                <a:ea typeface="Malgun Gothic"/>
                <a:cs typeface="Malgun Gothic"/>
              </a:defRPr>
            </a:lvl2pPr>
            <a:lvl3pPr algn="l">
              <a:defRPr sz="1350" b="0">
                <a:solidFill>
                  <a:srgbClr val="D8E5ED"/>
                </a:solidFill>
                <a:latin typeface="Malgun Gothic"/>
                <a:ea typeface="Malgun Gothic"/>
                <a:cs typeface="Malgun Gothic"/>
              </a:defRPr>
            </a:lvl3pPr>
            <a:lvl4pPr algn="l">
              <a:defRPr sz="1350" b="0">
                <a:solidFill>
                  <a:srgbClr val="D8E5ED"/>
                </a:solidFill>
                <a:latin typeface="Malgun Gothic"/>
                <a:ea typeface="Malgun Gothic"/>
                <a:cs typeface="Malgun Gothic"/>
              </a:defRPr>
            </a:lvl4pPr>
            <a:lvl5pPr algn="l">
              <a:defRPr sz="1350" b="0">
                <a:solidFill>
                  <a:srgbClr val="D8E5ED"/>
                </a:solidFill>
                <a:latin typeface="Malgun Gothic"/>
                <a:ea typeface="Malgun Gothic"/>
                <a:cs typeface="Malgun Gothic"/>
              </a:defRPr>
            </a:lvl5pPr>
            <a:lvl6pPr algn="l">
              <a:defRPr sz="1350" b="0">
                <a:solidFill>
                  <a:srgbClr val="D8E5ED"/>
                </a:solidFill>
                <a:latin typeface="Malgun Gothic"/>
                <a:ea typeface="Malgun Gothic"/>
                <a:cs typeface="Malgun Gothic"/>
              </a:defRPr>
            </a:lvl6pPr>
            <a:lvl7pPr algn="l">
              <a:defRPr sz="1350" b="0">
                <a:solidFill>
                  <a:srgbClr val="D8E5ED"/>
                </a:solidFill>
                <a:latin typeface="Malgun Gothic"/>
                <a:ea typeface="Malgun Gothic"/>
                <a:cs typeface="Malgun Gothic"/>
              </a:defRPr>
            </a:lvl7pPr>
            <a:lvl8pPr algn="l">
              <a:defRPr sz="1350" b="0">
                <a:solidFill>
                  <a:srgbClr val="D8E5ED"/>
                </a:solidFill>
                <a:latin typeface="Malgun Gothic"/>
                <a:ea typeface="Malgun Gothic"/>
                <a:cs typeface="Malgun Gothic"/>
              </a:defRPr>
            </a:lvl8pPr>
            <a:lvl9pPr algn="l">
              <a:defRPr sz="1350" b="0">
                <a:solidFill>
                  <a:srgbClr val="D8E5ED"/>
                </a:solidFill>
                <a:latin typeface="Malgun Gothic"/>
                <a:ea typeface="Malgun Gothic"/>
                <a:cs typeface="Malgun Gothic"/>
              </a:defRPr>
            </a:lvl9pPr>
          </a:lstStyle>
          <a:p xmlns:a="http://schemas.openxmlformats.org/drawingml/2006/main">
            <a:pPr algn="l">
              <a:defRPr sz="1350" b="0">
                <a:solidFill>
                  <a:srgbClr val="D8E5ED"/>
                </a:solidFill>
                <a:latin typeface="Malgun Gothic"/>
                <a:ea typeface="Malgun Gothic"/>
                <a:cs typeface="Malgun Gothic"/>
              </a:defRPr>
            </a:pPr>
            <a:r>
              <a:rPr sz="1350" b="0">
                <a:solidFill>
                  <a:srgbClr val="D8E5ED"/>
                </a:solidFill>
                <a:latin typeface="Malgun Gothic"/>
                <a:ea typeface="Malgun Gothic"/>
                <a:cs typeface="Malgun Gothic"/>
              </a:rPr>
              <a:t>지역의 일상이 여행자의 기억이 되는 경험을 만듭니다.</a:t>
            </a:r>
          </a:p>
        </p:txBody>
      </p:sp>
    </p:spTree>
    <p:extLst>
      <p:ext uri="{BB962C8B-B14F-4D97-AF65-F5344CB8AC3E}">
        <p14:creationId xmlns:p14="http://schemas.microsoft.com/office/powerpoint/2010/main" val="969068613"/>
      </p:ext>
    </p:extLst>
  </p:cSld>
</p:sld>
</file>

<file path=ppt/slides/slide2.xml><?xml version="1.0" encoding="utf-8"?>
<p:sld xmlns:p="http://schemas.openxmlformats.org/presentationml/2006/main">
  <p:cSld>
    <p:bg>
      <p:bgPr>
        <a:solidFill xmlns:a="http://schemas.openxmlformats.org/drawingml/2006/main">
          <a:srgbClr val="192C4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FF50E6E-333B-41D9-BE65-A84F78680520}"/>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3D1CC"/>
                </a:solidFill>
                <a:latin typeface="Malgun Gothic"/>
                <a:ea typeface="Malgun Gothic"/>
                <a:cs typeface="Malgun Gothic"/>
              </a:defRPr>
            </a:defPPr>
            <a:lvl1pPr algn="l">
              <a:defRPr sz="975" b="1">
                <a:solidFill>
                  <a:srgbClr val="73D1CC"/>
                </a:solidFill>
                <a:latin typeface="Malgun Gothic"/>
                <a:ea typeface="Malgun Gothic"/>
                <a:cs typeface="Malgun Gothic"/>
              </a:defRPr>
            </a:lvl1pPr>
            <a:lvl2pPr algn="l">
              <a:defRPr sz="975" b="1">
                <a:solidFill>
                  <a:srgbClr val="73D1CC"/>
                </a:solidFill>
                <a:latin typeface="Malgun Gothic"/>
                <a:ea typeface="Malgun Gothic"/>
                <a:cs typeface="Malgun Gothic"/>
              </a:defRPr>
            </a:lvl2pPr>
            <a:lvl3pPr algn="l">
              <a:defRPr sz="975" b="1">
                <a:solidFill>
                  <a:srgbClr val="73D1CC"/>
                </a:solidFill>
                <a:latin typeface="Malgun Gothic"/>
                <a:ea typeface="Malgun Gothic"/>
                <a:cs typeface="Malgun Gothic"/>
              </a:defRPr>
            </a:lvl3pPr>
            <a:lvl4pPr algn="l">
              <a:defRPr sz="975" b="1">
                <a:solidFill>
                  <a:srgbClr val="73D1CC"/>
                </a:solidFill>
                <a:latin typeface="Malgun Gothic"/>
                <a:ea typeface="Malgun Gothic"/>
                <a:cs typeface="Malgun Gothic"/>
              </a:defRPr>
            </a:lvl4pPr>
            <a:lvl5pPr algn="l">
              <a:defRPr sz="975" b="1">
                <a:solidFill>
                  <a:srgbClr val="73D1CC"/>
                </a:solidFill>
                <a:latin typeface="Malgun Gothic"/>
                <a:ea typeface="Malgun Gothic"/>
                <a:cs typeface="Malgun Gothic"/>
              </a:defRPr>
            </a:lvl5pPr>
            <a:lvl6pPr algn="l">
              <a:defRPr sz="975" b="1">
                <a:solidFill>
                  <a:srgbClr val="73D1CC"/>
                </a:solidFill>
                <a:latin typeface="Malgun Gothic"/>
                <a:ea typeface="Malgun Gothic"/>
                <a:cs typeface="Malgun Gothic"/>
              </a:defRPr>
            </a:lvl6pPr>
            <a:lvl7pPr algn="l">
              <a:defRPr sz="975" b="1">
                <a:solidFill>
                  <a:srgbClr val="73D1CC"/>
                </a:solidFill>
                <a:latin typeface="Malgun Gothic"/>
                <a:ea typeface="Malgun Gothic"/>
                <a:cs typeface="Malgun Gothic"/>
              </a:defRPr>
            </a:lvl7pPr>
            <a:lvl8pPr algn="l">
              <a:defRPr sz="975" b="1">
                <a:solidFill>
                  <a:srgbClr val="73D1CC"/>
                </a:solidFill>
                <a:latin typeface="Malgun Gothic"/>
                <a:ea typeface="Malgun Gothic"/>
                <a:cs typeface="Malgun Gothic"/>
              </a:defRPr>
            </a:lvl8pPr>
            <a:lvl9pPr algn="l">
              <a:defRPr sz="975" b="1">
                <a:solidFill>
                  <a:srgbClr val="73D1CC"/>
                </a:solidFill>
                <a:latin typeface="Malgun Gothic"/>
                <a:ea typeface="Malgun Gothic"/>
                <a:cs typeface="Malgun Gothic"/>
              </a:defRPr>
            </a:lvl9pPr>
          </a:lstStyle>
          <a:p xmlns:a="http://schemas.openxmlformats.org/drawingml/2006/main">
            <a:pPr algn="l">
              <a:defRPr sz="975" b="1">
                <a:solidFill>
                  <a:srgbClr val="73D1CC"/>
                </a:solidFill>
                <a:latin typeface="Malgun Gothic"/>
                <a:ea typeface="Malgun Gothic"/>
                <a:cs typeface="Malgun Gothic"/>
              </a:defRPr>
            </a:pPr>
            <a:r>
              <a:rPr sz="975" b="1">
                <a:solidFill>
                  <a:srgbClr val="73D1CC"/>
                </a:solidFill>
                <a:latin typeface="Malgun Gothic"/>
                <a:ea typeface="Malgun Gothic"/>
                <a:cs typeface="Malgun Gothic"/>
              </a:rPr>
              <a:t>LOCAL EUM’S INTENTION</a:t>
            </a:r>
          </a:p>
        </p:txBody>
      </p:sp>
      <p:sp>
        <p:nvSpPr>
          <p:cNvPr id="2" name="">
            <a:extLst xmlns:a="http://schemas.openxmlformats.org/drawingml/2006/main">
              <a:ext uri="{FF2B5EF4-FFF2-40B4-BE49-F238E27FC236}">
                <a16:creationId xmlns:a16="http://schemas.microsoft.com/office/drawing/2014/main" id="{9B672E72-68A1-4C25-96D5-B4A64EB5F96B}"/>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FFFFFF"/>
                </a:solidFill>
                <a:latin typeface="Malgun Gothic"/>
                <a:ea typeface="Malgun Gothic"/>
                <a:cs typeface="Malgun Gothic"/>
              </a:defRPr>
            </a:defPPr>
            <a:lvl1pPr algn="l">
              <a:defRPr sz="2625" b="1">
                <a:solidFill>
                  <a:srgbClr val="FFFFFF"/>
                </a:solidFill>
                <a:latin typeface="Malgun Gothic"/>
                <a:ea typeface="Malgun Gothic"/>
                <a:cs typeface="Malgun Gothic"/>
              </a:defRPr>
            </a:lvl1pPr>
            <a:lvl2pPr algn="l">
              <a:defRPr sz="2625" b="1">
                <a:solidFill>
                  <a:srgbClr val="FFFFFF"/>
                </a:solidFill>
                <a:latin typeface="Malgun Gothic"/>
                <a:ea typeface="Malgun Gothic"/>
                <a:cs typeface="Malgun Gothic"/>
              </a:defRPr>
            </a:lvl2pPr>
            <a:lvl3pPr algn="l">
              <a:defRPr sz="2625" b="1">
                <a:solidFill>
                  <a:srgbClr val="FFFFFF"/>
                </a:solidFill>
                <a:latin typeface="Malgun Gothic"/>
                <a:ea typeface="Malgun Gothic"/>
                <a:cs typeface="Malgun Gothic"/>
              </a:defRPr>
            </a:lvl3pPr>
            <a:lvl4pPr algn="l">
              <a:defRPr sz="2625" b="1">
                <a:solidFill>
                  <a:srgbClr val="FFFFFF"/>
                </a:solidFill>
                <a:latin typeface="Malgun Gothic"/>
                <a:ea typeface="Malgun Gothic"/>
                <a:cs typeface="Malgun Gothic"/>
              </a:defRPr>
            </a:lvl4pPr>
            <a:lvl5pPr algn="l">
              <a:defRPr sz="2625" b="1">
                <a:solidFill>
                  <a:srgbClr val="FFFFFF"/>
                </a:solidFill>
                <a:latin typeface="Malgun Gothic"/>
                <a:ea typeface="Malgun Gothic"/>
                <a:cs typeface="Malgun Gothic"/>
              </a:defRPr>
            </a:lvl5pPr>
            <a:lvl6pPr algn="l">
              <a:defRPr sz="2625" b="1">
                <a:solidFill>
                  <a:srgbClr val="FFFFFF"/>
                </a:solidFill>
                <a:latin typeface="Malgun Gothic"/>
                <a:ea typeface="Malgun Gothic"/>
                <a:cs typeface="Malgun Gothic"/>
              </a:defRPr>
            </a:lvl6pPr>
            <a:lvl7pPr algn="l">
              <a:defRPr sz="2625" b="1">
                <a:solidFill>
                  <a:srgbClr val="FFFFFF"/>
                </a:solidFill>
                <a:latin typeface="Malgun Gothic"/>
                <a:ea typeface="Malgun Gothic"/>
                <a:cs typeface="Malgun Gothic"/>
              </a:defRPr>
            </a:lvl7pPr>
            <a:lvl8pPr algn="l">
              <a:defRPr sz="2625" b="1">
                <a:solidFill>
                  <a:srgbClr val="FFFFFF"/>
                </a:solidFill>
                <a:latin typeface="Malgun Gothic"/>
                <a:ea typeface="Malgun Gothic"/>
                <a:cs typeface="Malgun Gothic"/>
              </a:defRPr>
            </a:lvl8pPr>
            <a:lvl9pPr algn="l">
              <a:defRPr sz="2625" b="1">
                <a:solidFill>
                  <a:srgbClr val="FFFFFF"/>
                </a:solidFill>
                <a:latin typeface="Malgun Gothic"/>
                <a:ea typeface="Malgun Gothic"/>
                <a:cs typeface="Malgun Gothic"/>
              </a:defRPr>
            </a:lvl9pPr>
          </a:lstStyle>
          <a:p xmlns:a="http://schemas.openxmlformats.org/drawingml/2006/main">
            <a:pPr algn="l">
              <a:defRPr sz="2625" b="1">
                <a:solidFill>
                  <a:srgbClr val="FFFFFF"/>
                </a:solidFill>
                <a:latin typeface="Malgun Gothic"/>
                <a:ea typeface="Malgun Gothic"/>
                <a:cs typeface="Malgun Gothic"/>
              </a:defRPr>
            </a:pPr>
            <a:r>
              <a:rPr sz="2625" b="1">
                <a:solidFill>
                  <a:srgbClr val="FFFFFF"/>
                </a:solidFill>
                <a:latin typeface="Malgun Gothic"/>
                <a:ea typeface="Malgun Gothic"/>
                <a:cs typeface="Malgun Gothic"/>
              </a:rPr>
              <a:t>관광지에서 사람으로, 정보에서 경험으로</a:t>
            </a:r>
          </a:p>
        </p:txBody>
      </p:sp>
      <p:sp>
        <p:nvSpPr>
          <p:cNvPr id="3" name="">
            <a:extLst xmlns:a="http://schemas.openxmlformats.org/drawingml/2006/main">
              <a:ext uri="{FF2B5EF4-FFF2-40B4-BE49-F238E27FC236}">
                <a16:creationId xmlns:a16="http://schemas.microsoft.com/office/drawing/2014/main" id="{5F7FBC9A-ED8D-4707-9376-4E1525A72515}"/>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73D1C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F5F0B0F-CE85-43E8-A559-4161FDA71914}"/>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B8C9D7"/>
                </a:solidFill>
                <a:latin typeface="Malgun Gothic"/>
                <a:ea typeface="Malgun Gothic"/>
                <a:cs typeface="Malgun Gothic"/>
              </a:defRPr>
            </a:defPPr>
            <a:lvl1pPr algn="l">
              <a:defRPr sz="900" b="0">
                <a:solidFill>
                  <a:srgbClr val="B8C9D7"/>
                </a:solidFill>
                <a:latin typeface="Malgun Gothic"/>
                <a:ea typeface="Malgun Gothic"/>
                <a:cs typeface="Malgun Gothic"/>
              </a:defRPr>
            </a:lvl1pPr>
            <a:lvl2pPr algn="l">
              <a:defRPr sz="900" b="0">
                <a:solidFill>
                  <a:srgbClr val="B8C9D7"/>
                </a:solidFill>
                <a:latin typeface="Malgun Gothic"/>
                <a:ea typeface="Malgun Gothic"/>
                <a:cs typeface="Malgun Gothic"/>
              </a:defRPr>
            </a:lvl2pPr>
            <a:lvl3pPr algn="l">
              <a:defRPr sz="900" b="0">
                <a:solidFill>
                  <a:srgbClr val="B8C9D7"/>
                </a:solidFill>
                <a:latin typeface="Malgun Gothic"/>
                <a:ea typeface="Malgun Gothic"/>
                <a:cs typeface="Malgun Gothic"/>
              </a:defRPr>
            </a:lvl3pPr>
            <a:lvl4pPr algn="l">
              <a:defRPr sz="900" b="0">
                <a:solidFill>
                  <a:srgbClr val="B8C9D7"/>
                </a:solidFill>
                <a:latin typeface="Malgun Gothic"/>
                <a:ea typeface="Malgun Gothic"/>
                <a:cs typeface="Malgun Gothic"/>
              </a:defRPr>
            </a:lvl4pPr>
            <a:lvl5pPr algn="l">
              <a:defRPr sz="900" b="0">
                <a:solidFill>
                  <a:srgbClr val="B8C9D7"/>
                </a:solidFill>
                <a:latin typeface="Malgun Gothic"/>
                <a:ea typeface="Malgun Gothic"/>
                <a:cs typeface="Malgun Gothic"/>
              </a:defRPr>
            </a:lvl5pPr>
            <a:lvl6pPr algn="l">
              <a:defRPr sz="900" b="0">
                <a:solidFill>
                  <a:srgbClr val="B8C9D7"/>
                </a:solidFill>
                <a:latin typeface="Malgun Gothic"/>
                <a:ea typeface="Malgun Gothic"/>
                <a:cs typeface="Malgun Gothic"/>
              </a:defRPr>
            </a:lvl6pPr>
            <a:lvl7pPr algn="l">
              <a:defRPr sz="900" b="0">
                <a:solidFill>
                  <a:srgbClr val="B8C9D7"/>
                </a:solidFill>
                <a:latin typeface="Malgun Gothic"/>
                <a:ea typeface="Malgun Gothic"/>
                <a:cs typeface="Malgun Gothic"/>
              </a:defRPr>
            </a:lvl7pPr>
            <a:lvl8pPr algn="l">
              <a:defRPr sz="900" b="0">
                <a:solidFill>
                  <a:srgbClr val="B8C9D7"/>
                </a:solidFill>
                <a:latin typeface="Malgun Gothic"/>
                <a:ea typeface="Malgun Gothic"/>
                <a:cs typeface="Malgun Gothic"/>
              </a:defRPr>
            </a:lvl8pPr>
            <a:lvl9pPr algn="l">
              <a:defRPr sz="900" b="0">
                <a:solidFill>
                  <a:srgbClr val="B8C9D7"/>
                </a:solidFill>
                <a:latin typeface="Malgun Gothic"/>
                <a:ea typeface="Malgun Gothic"/>
                <a:cs typeface="Malgun Gothic"/>
              </a:defRPr>
            </a:lvl9pPr>
          </a:lstStyle>
          <a:p xmlns:a="http://schemas.openxmlformats.org/drawingml/2006/main">
            <a:pPr algn="l">
              <a:defRPr sz="900" b="0">
                <a:solidFill>
                  <a:srgbClr val="B8C9D7"/>
                </a:solidFill>
                <a:latin typeface="Malgun Gothic"/>
                <a:ea typeface="Malgun Gothic"/>
                <a:cs typeface="Malgun Gothic"/>
              </a:defRPr>
            </a:pPr>
            <a:r>
              <a:rPr sz="900" b="0">
                <a:solidFill>
                  <a:srgbClr val="B8C9D7"/>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50C579C6-134B-4AB3-A4EA-17743C84BA14}"/>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B8C9D7"/>
                </a:solidFill>
                <a:latin typeface="Malgun Gothic"/>
                <a:ea typeface="Malgun Gothic"/>
                <a:cs typeface="Malgun Gothic"/>
              </a:defRPr>
            </a:defPPr>
            <a:lvl1pPr algn="r">
              <a:defRPr sz="900" b="0">
                <a:solidFill>
                  <a:srgbClr val="B8C9D7"/>
                </a:solidFill>
                <a:latin typeface="Malgun Gothic"/>
                <a:ea typeface="Malgun Gothic"/>
                <a:cs typeface="Malgun Gothic"/>
              </a:defRPr>
            </a:lvl1pPr>
            <a:lvl2pPr algn="r">
              <a:defRPr sz="900" b="0">
                <a:solidFill>
                  <a:srgbClr val="B8C9D7"/>
                </a:solidFill>
                <a:latin typeface="Malgun Gothic"/>
                <a:ea typeface="Malgun Gothic"/>
                <a:cs typeface="Malgun Gothic"/>
              </a:defRPr>
            </a:lvl2pPr>
            <a:lvl3pPr algn="r">
              <a:defRPr sz="900" b="0">
                <a:solidFill>
                  <a:srgbClr val="B8C9D7"/>
                </a:solidFill>
                <a:latin typeface="Malgun Gothic"/>
                <a:ea typeface="Malgun Gothic"/>
                <a:cs typeface="Malgun Gothic"/>
              </a:defRPr>
            </a:lvl3pPr>
            <a:lvl4pPr algn="r">
              <a:defRPr sz="900" b="0">
                <a:solidFill>
                  <a:srgbClr val="B8C9D7"/>
                </a:solidFill>
                <a:latin typeface="Malgun Gothic"/>
                <a:ea typeface="Malgun Gothic"/>
                <a:cs typeface="Malgun Gothic"/>
              </a:defRPr>
            </a:lvl4pPr>
            <a:lvl5pPr algn="r">
              <a:defRPr sz="900" b="0">
                <a:solidFill>
                  <a:srgbClr val="B8C9D7"/>
                </a:solidFill>
                <a:latin typeface="Malgun Gothic"/>
                <a:ea typeface="Malgun Gothic"/>
                <a:cs typeface="Malgun Gothic"/>
              </a:defRPr>
            </a:lvl5pPr>
            <a:lvl6pPr algn="r">
              <a:defRPr sz="900" b="0">
                <a:solidFill>
                  <a:srgbClr val="B8C9D7"/>
                </a:solidFill>
                <a:latin typeface="Malgun Gothic"/>
                <a:ea typeface="Malgun Gothic"/>
                <a:cs typeface="Malgun Gothic"/>
              </a:defRPr>
            </a:lvl6pPr>
            <a:lvl7pPr algn="r">
              <a:defRPr sz="900" b="0">
                <a:solidFill>
                  <a:srgbClr val="B8C9D7"/>
                </a:solidFill>
                <a:latin typeface="Malgun Gothic"/>
                <a:ea typeface="Malgun Gothic"/>
                <a:cs typeface="Malgun Gothic"/>
              </a:defRPr>
            </a:lvl7pPr>
            <a:lvl8pPr algn="r">
              <a:defRPr sz="900" b="0">
                <a:solidFill>
                  <a:srgbClr val="B8C9D7"/>
                </a:solidFill>
                <a:latin typeface="Malgun Gothic"/>
                <a:ea typeface="Malgun Gothic"/>
                <a:cs typeface="Malgun Gothic"/>
              </a:defRPr>
            </a:lvl8pPr>
            <a:lvl9pPr algn="r">
              <a:defRPr sz="900" b="0">
                <a:solidFill>
                  <a:srgbClr val="B8C9D7"/>
                </a:solidFill>
                <a:latin typeface="Malgun Gothic"/>
                <a:ea typeface="Malgun Gothic"/>
                <a:cs typeface="Malgun Gothic"/>
              </a:defRPr>
            </a:lvl9pPr>
          </a:lstStyle>
          <a:p xmlns:a="http://schemas.openxmlformats.org/drawingml/2006/main">
            <a:pPr algn="r">
              <a:defRPr sz="900" b="0">
                <a:solidFill>
                  <a:srgbClr val="B8C9D7"/>
                </a:solidFill>
                <a:latin typeface="Malgun Gothic"/>
                <a:ea typeface="Malgun Gothic"/>
                <a:cs typeface="Malgun Gothic"/>
              </a:defRPr>
            </a:pPr>
            <a:r>
              <a:rPr sz="900" b="0">
                <a:solidFill>
                  <a:srgbClr val="B8C9D7"/>
                </a:solidFill>
                <a:latin typeface="Malgun Gothic"/>
                <a:ea typeface="Malgun Gothic"/>
                <a:cs typeface="Malgun Gothic"/>
              </a:rPr>
              <a:t>02 / 12</a:t>
            </a:r>
          </a:p>
        </p:txBody>
      </p:sp>
      <p:sp>
        <p:nvSpPr>
          <p:cNvPr id="6" name="">
            <a:extLst xmlns:a="http://schemas.openxmlformats.org/drawingml/2006/main">
              <a:ext uri="{FF2B5EF4-FFF2-40B4-BE49-F238E27FC236}">
                <a16:creationId xmlns:a16="http://schemas.microsoft.com/office/drawing/2014/main" id="{FD98C75F-67FA-4B56-993C-DE156AD211BC}"/>
              </a:ext>
            </a:extLst>
          </p:cNvPr>
          <p:cNvSpPr>
            <a:spLocks xmlns:a="http://schemas.openxmlformats.org/drawingml/2006/main" noGrp="1"/>
          </p:cNvSpPr>
          <p:nvPr/>
        </p:nvSpPr>
        <p:spPr>
          <a:xfrm xmlns:a="http://schemas.openxmlformats.org/drawingml/2006/main">
            <a:off x="609600" y="1657350"/>
            <a:ext cx="109728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FFFFF"/>
                </a:solidFill>
                <a:latin typeface="Malgun Gothic"/>
                <a:ea typeface="Malgun Gothic"/>
                <a:cs typeface="Malgun Gothic"/>
              </a:defRPr>
            </a:defPPr>
            <a:lvl1pPr algn="l">
              <a:defRPr sz="1650" b="0">
                <a:solidFill>
                  <a:srgbClr val="FFFFFF"/>
                </a:solidFill>
                <a:latin typeface="Malgun Gothic"/>
                <a:ea typeface="Malgun Gothic"/>
                <a:cs typeface="Malgun Gothic"/>
              </a:defRPr>
            </a:lvl1pPr>
            <a:lvl2pPr algn="l">
              <a:defRPr sz="1650" b="0">
                <a:solidFill>
                  <a:srgbClr val="FFFFFF"/>
                </a:solidFill>
                <a:latin typeface="Malgun Gothic"/>
                <a:ea typeface="Malgun Gothic"/>
                <a:cs typeface="Malgun Gothic"/>
              </a:defRPr>
            </a:lvl2pPr>
            <a:lvl3pPr algn="l">
              <a:defRPr sz="1650" b="0">
                <a:solidFill>
                  <a:srgbClr val="FFFFFF"/>
                </a:solidFill>
                <a:latin typeface="Malgun Gothic"/>
                <a:ea typeface="Malgun Gothic"/>
                <a:cs typeface="Malgun Gothic"/>
              </a:defRPr>
            </a:lvl3pPr>
            <a:lvl4pPr algn="l">
              <a:defRPr sz="1650" b="0">
                <a:solidFill>
                  <a:srgbClr val="FFFFFF"/>
                </a:solidFill>
                <a:latin typeface="Malgun Gothic"/>
                <a:ea typeface="Malgun Gothic"/>
                <a:cs typeface="Malgun Gothic"/>
              </a:defRPr>
            </a:lvl4pPr>
            <a:lvl5pPr algn="l">
              <a:defRPr sz="1650" b="0">
                <a:solidFill>
                  <a:srgbClr val="FFFFFF"/>
                </a:solidFill>
                <a:latin typeface="Malgun Gothic"/>
                <a:ea typeface="Malgun Gothic"/>
                <a:cs typeface="Malgun Gothic"/>
              </a:defRPr>
            </a:lvl5pPr>
            <a:lvl6pPr algn="l">
              <a:defRPr sz="1650" b="0">
                <a:solidFill>
                  <a:srgbClr val="FFFFFF"/>
                </a:solidFill>
                <a:latin typeface="Malgun Gothic"/>
                <a:ea typeface="Malgun Gothic"/>
                <a:cs typeface="Malgun Gothic"/>
              </a:defRPr>
            </a:lvl6pPr>
            <a:lvl7pPr algn="l">
              <a:defRPr sz="1650" b="0">
                <a:solidFill>
                  <a:srgbClr val="FFFFFF"/>
                </a:solidFill>
                <a:latin typeface="Malgun Gothic"/>
                <a:ea typeface="Malgun Gothic"/>
                <a:cs typeface="Malgun Gothic"/>
              </a:defRPr>
            </a:lvl7pPr>
            <a:lvl8pPr algn="l">
              <a:defRPr sz="1650" b="0">
                <a:solidFill>
                  <a:srgbClr val="FFFFFF"/>
                </a:solidFill>
                <a:latin typeface="Malgun Gothic"/>
                <a:ea typeface="Malgun Gothic"/>
                <a:cs typeface="Malgun Gothic"/>
              </a:defRPr>
            </a:lvl8pPr>
            <a:lvl9pPr algn="l">
              <a:defRPr sz="1650" b="0">
                <a:solidFill>
                  <a:srgbClr val="FFFFFF"/>
                </a:solidFill>
                <a:latin typeface="Malgun Gothic"/>
                <a:ea typeface="Malgun Gothic"/>
                <a:cs typeface="Malgun Gothic"/>
              </a:defRPr>
            </a:lvl9pPr>
          </a:lstStyle>
          <a:p xmlns:a="http://schemas.openxmlformats.org/drawingml/2006/main">
            <a:pPr algn="l">
              <a:lnSpc>
                <a:spcPct val="118000"/>
              </a:lnSpc>
              <a:buNone/>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기존 여행 서비스가 주로 어디를 방문하고 무엇을 볼 것인지에 집중한다면, 로컬이음은 그곳에서 누구를 만나고 무엇을 함께 경험할 수 있는가라는 질문에서 출발했습니다.</a:t>
            </a:r>
          </a:p>
        </p:txBody>
      </p:sp>
      <p:sp>
        <p:nvSpPr>
          <p:cNvPr id="7" name="">
            <a:extLst xmlns:a="http://schemas.openxmlformats.org/drawingml/2006/main">
              <a:ext uri="{FF2B5EF4-FFF2-40B4-BE49-F238E27FC236}">
                <a16:creationId xmlns:a16="http://schemas.microsoft.com/office/drawing/2014/main" id="{D98F1D54-D38A-44E0-81D1-689BF0963BC2}"/>
              </a:ext>
            </a:extLst>
          </p:cNvPr>
          <p:cNvSpPr>
            <a:spLocks xmlns:a="http://schemas.openxmlformats.org/drawingml/2006/main" noGrp="1"/>
          </p:cNvSpPr>
          <p:nvPr/>
        </p:nvSpPr>
        <p:spPr>
          <a:xfrm xmlns:a="http://schemas.openxmlformats.org/drawingml/2006/main">
            <a:off x="609600" y="3028950"/>
            <a:ext cx="533400" cy="38100"/>
          </a:xfrm>
          <a:prstGeom xmlns:a="http://schemas.openxmlformats.org/drawingml/2006/main" prst="roundRect">
            <a:avLst>
              <a:gd name="adj" fmla="val 50000"/>
            </a:avLst>
          </a:prstGeom>
          <a:solidFill xmlns:a="http://schemas.openxmlformats.org/drawingml/2006/main">
            <a:srgbClr val="73D1C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A684670-B941-4B67-8131-1DF5F1FA8872}"/>
              </a:ext>
            </a:extLst>
          </p:cNvPr>
          <p:cNvSpPr>
            <a:spLocks xmlns:a="http://schemas.openxmlformats.org/drawingml/2006/main" noGrp="1"/>
          </p:cNvSpPr>
          <p:nvPr/>
        </p:nvSpPr>
        <p:spPr>
          <a:xfrm xmlns:a="http://schemas.openxmlformats.org/drawingml/2006/main">
            <a:off x="609600" y="3314700"/>
            <a:ext cx="109728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FFFFF"/>
                </a:solidFill>
                <a:latin typeface="Malgun Gothic"/>
                <a:ea typeface="Malgun Gothic"/>
                <a:cs typeface="Malgun Gothic"/>
              </a:defRPr>
            </a:defPPr>
            <a:lvl1pPr algn="l">
              <a:defRPr sz="1650" b="0">
                <a:solidFill>
                  <a:srgbClr val="FFFFFF"/>
                </a:solidFill>
                <a:latin typeface="Malgun Gothic"/>
                <a:ea typeface="Malgun Gothic"/>
                <a:cs typeface="Malgun Gothic"/>
              </a:defRPr>
            </a:lvl1pPr>
            <a:lvl2pPr algn="l">
              <a:defRPr sz="1650" b="0">
                <a:solidFill>
                  <a:srgbClr val="FFFFFF"/>
                </a:solidFill>
                <a:latin typeface="Malgun Gothic"/>
                <a:ea typeface="Malgun Gothic"/>
                <a:cs typeface="Malgun Gothic"/>
              </a:defRPr>
            </a:lvl2pPr>
            <a:lvl3pPr algn="l">
              <a:defRPr sz="1650" b="0">
                <a:solidFill>
                  <a:srgbClr val="FFFFFF"/>
                </a:solidFill>
                <a:latin typeface="Malgun Gothic"/>
                <a:ea typeface="Malgun Gothic"/>
                <a:cs typeface="Malgun Gothic"/>
              </a:defRPr>
            </a:lvl3pPr>
            <a:lvl4pPr algn="l">
              <a:defRPr sz="1650" b="0">
                <a:solidFill>
                  <a:srgbClr val="FFFFFF"/>
                </a:solidFill>
                <a:latin typeface="Malgun Gothic"/>
                <a:ea typeface="Malgun Gothic"/>
                <a:cs typeface="Malgun Gothic"/>
              </a:defRPr>
            </a:lvl4pPr>
            <a:lvl5pPr algn="l">
              <a:defRPr sz="1650" b="0">
                <a:solidFill>
                  <a:srgbClr val="FFFFFF"/>
                </a:solidFill>
                <a:latin typeface="Malgun Gothic"/>
                <a:ea typeface="Malgun Gothic"/>
                <a:cs typeface="Malgun Gothic"/>
              </a:defRPr>
            </a:lvl5pPr>
            <a:lvl6pPr algn="l">
              <a:defRPr sz="1650" b="0">
                <a:solidFill>
                  <a:srgbClr val="FFFFFF"/>
                </a:solidFill>
                <a:latin typeface="Malgun Gothic"/>
                <a:ea typeface="Malgun Gothic"/>
                <a:cs typeface="Malgun Gothic"/>
              </a:defRPr>
            </a:lvl6pPr>
            <a:lvl7pPr algn="l">
              <a:defRPr sz="1650" b="0">
                <a:solidFill>
                  <a:srgbClr val="FFFFFF"/>
                </a:solidFill>
                <a:latin typeface="Malgun Gothic"/>
                <a:ea typeface="Malgun Gothic"/>
                <a:cs typeface="Malgun Gothic"/>
              </a:defRPr>
            </a:lvl7pPr>
            <a:lvl8pPr algn="l">
              <a:defRPr sz="1650" b="0">
                <a:solidFill>
                  <a:srgbClr val="FFFFFF"/>
                </a:solidFill>
                <a:latin typeface="Malgun Gothic"/>
                <a:ea typeface="Malgun Gothic"/>
                <a:cs typeface="Malgun Gothic"/>
              </a:defRPr>
            </a:lvl8pPr>
            <a:lvl9pPr algn="l">
              <a:defRPr sz="1650" b="0">
                <a:solidFill>
                  <a:srgbClr val="FFFFFF"/>
                </a:solidFill>
                <a:latin typeface="Malgun Gothic"/>
                <a:ea typeface="Malgun Gothic"/>
                <a:cs typeface="Malgun Gothic"/>
              </a:defRPr>
            </a:lvl9pPr>
          </a:lstStyle>
          <a:p xmlns:a="http://schemas.openxmlformats.org/drawingml/2006/main">
            <a:pPr algn="l">
              <a:lnSpc>
                <a:spcPct val="118000"/>
              </a:lnSpc>
              <a:buNone/>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국내외 여행자가 지역 주민과 시장을 걷고, 음식을 나누고, 언어와 문화를 교류하며 평범한 일상 속에서 특별한 경험을 발견하도록 연결하는 서비스입니다.</a:t>
            </a:r>
          </a:p>
        </p:txBody>
      </p:sp>
      <p:sp>
        <p:nvSpPr>
          <p:cNvPr id="9" name="">
            <a:extLst xmlns:a="http://schemas.openxmlformats.org/drawingml/2006/main">
              <a:ext uri="{FF2B5EF4-FFF2-40B4-BE49-F238E27FC236}">
                <a16:creationId xmlns:a16="http://schemas.microsoft.com/office/drawing/2014/main" id="{A2090F66-4BFE-4506-B1DF-45D9966235AF}"/>
              </a:ext>
            </a:extLst>
          </p:cNvPr>
          <p:cNvSpPr>
            <a:spLocks xmlns:a="http://schemas.openxmlformats.org/drawingml/2006/main" noGrp="1"/>
          </p:cNvSpPr>
          <p:nvPr/>
        </p:nvSpPr>
        <p:spPr>
          <a:xfrm xmlns:a="http://schemas.openxmlformats.org/drawingml/2006/main">
            <a:off x="609600" y="4667250"/>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C7D6E2"/>
                </a:solidFill>
                <a:latin typeface="Malgun Gothic"/>
                <a:ea typeface="Malgun Gothic"/>
                <a:cs typeface="Malgun Gothic"/>
              </a:defRPr>
            </a:defPPr>
            <a:lvl1pPr algn="l">
              <a:defRPr sz="1650" b="0">
                <a:solidFill>
                  <a:srgbClr val="C7D6E2"/>
                </a:solidFill>
                <a:latin typeface="Malgun Gothic"/>
                <a:ea typeface="Malgun Gothic"/>
                <a:cs typeface="Malgun Gothic"/>
              </a:defRPr>
            </a:lvl1pPr>
            <a:lvl2pPr algn="l">
              <a:defRPr sz="1650" b="0">
                <a:solidFill>
                  <a:srgbClr val="C7D6E2"/>
                </a:solidFill>
                <a:latin typeface="Malgun Gothic"/>
                <a:ea typeface="Malgun Gothic"/>
                <a:cs typeface="Malgun Gothic"/>
              </a:defRPr>
            </a:lvl2pPr>
            <a:lvl3pPr algn="l">
              <a:defRPr sz="1650" b="0">
                <a:solidFill>
                  <a:srgbClr val="C7D6E2"/>
                </a:solidFill>
                <a:latin typeface="Malgun Gothic"/>
                <a:ea typeface="Malgun Gothic"/>
                <a:cs typeface="Malgun Gothic"/>
              </a:defRPr>
            </a:lvl3pPr>
            <a:lvl4pPr algn="l">
              <a:defRPr sz="1650" b="0">
                <a:solidFill>
                  <a:srgbClr val="C7D6E2"/>
                </a:solidFill>
                <a:latin typeface="Malgun Gothic"/>
                <a:ea typeface="Malgun Gothic"/>
                <a:cs typeface="Malgun Gothic"/>
              </a:defRPr>
            </a:lvl4pPr>
            <a:lvl5pPr algn="l">
              <a:defRPr sz="1650" b="0">
                <a:solidFill>
                  <a:srgbClr val="C7D6E2"/>
                </a:solidFill>
                <a:latin typeface="Malgun Gothic"/>
                <a:ea typeface="Malgun Gothic"/>
                <a:cs typeface="Malgun Gothic"/>
              </a:defRPr>
            </a:lvl5pPr>
            <a:lvl6pPr algn="l">
              <a:defRPr sz="1650" b="0">
                <a:solidFill>
                  <a:srgbClr val="C7D6E2"/>
                </a:solidFill>
                <a:latin typeface="Malgun Gothic"/>
                <a:ea typeface="Malgun Gothic"/>
                <a:cs typeface="Malgun Gothic"/>
              </a:defRPr>
            </a:lvl6pPr>
            <a:lvl7pPr algn="l">
              <a:defRPr sz="1650" b="0">
                <a:solidFill>
                  <a:srgbClr val="C7D6E2"/>
                </a:solidFill>
                <a:latin typeface="Malgun Gothic"/>
                <a:ea typeface="Malgun Gothic"/>
                <a:cs typeface="Malgun Gothic"/>
              </a:defRPr>
            </a:lvl7pPr>
            <a:lvl8pPr algn="l">
              <a:defRPr sz="1650" b="0">
                <a:solidFill>
                  <a:srgbClr val="C7D6E2"/>
                </a:solidFill>
                <a:latin typeface="Malgun Gothic"/>
                <a:ea typeface="Malgun Gothic"/>
                <a:cs typeface="Malgun Gothic"/>
              </a:defRPr>
            </a:lvl8pPr>
            <a:lvl9pPr algn="l">
              <a:defRPr sz="1650" b="0">
                <a:solidFill>
                  <a:srgbClr val="C7D6E2"/>
                </a:solidFill>
                <a:latin typeface="Malgun Gothic"/>
                <a:ea typeface="Malgun Gothic"/>
                <a:cs typeface="Malgun Gothic"/>
              </a:defRPr>
            </a:lvl9pPr>
          </a:lstStyle>
          <a:p xmlns:a="http://schemas.openxmlformats.org/drawingml/2006/main">
            <a:pPr algn="l">
              <a:lnSpc>
                <a:spcPct val="118000"/>
              </a:lnSpc>
              <a:buNone/>
              <a:defRPr sz="1650" b="0">
                <a:solidFill>
                  <a:srgbClr val="C7D6E2"/>
                </a:solidFill>
                <a:latin typeface="Malgun Gothic"/>
                <a:ea typeface="Malgun Gothic"/>
                <a:cs typeface="Malgun Gothic"/>
              </a:defRPr>
            </a:pPr>
            <a:r>
              <a:rPr sz="1650" b="0">
                <a:solidFill>
                  <a:srgbClr val="C7D6E2"/>
                </a:solidFill>
                <a:latin typeface="Malgun Gothic"/>
                <a:ea typeface="Malgun Gothic"/>
                <a:cs typeface="Malgun Gothic"/>
              </a:rPr>
              <a:t>지역 주민은 단순한 관광 안내자가 아니라 자신이 가진 이야기와 관심사로 여행 경험을 만드는 호스트가 됩니다.</a:t>
            </a:r>
          </a:p>
        </p:txBody>
      </p:sp>
      <p:sp>
        <p:nvSpPr>
          <p:cNvPr id="10" name="">
            <a:extLst xmlns:a="http://schemas.openxmlformats.org/drawingml/2006/main">
              <a:ext uri="{FF2B5EF4-FFF2-40B4-BE49-F238E27FC236}">
                <a16:creationId xmlns:a16="http://schemas.microsoft.com/office/drawing/2014/main" id="{97BF5F90-26E4-4AB0-A723-CD2EF5C6546D}"/>
              </a:ext>
            </a:extLst>
          </p:cNvPr>
          <p:cNvSpPr>
            <a:spLocks xmlns:a="http://schemas.openxmlformats.org/drawingml/2006/main" noGrp="1"/>
          </p:cNvSpPr>
          <p:nvPr/>
        </p:nvSpPr>
        <p:spPr>
          <a:xfrm xmlns:a="http://schemas.openxmlformats.org/drawingml/2006/main">
            <a:off x="609600" y="579120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1">
                <a:solidFill>
                  <a:srgbClr val="73D1CC"/>
                </a:solidFill>
                <a:latin typeface="Malgun Gothic"/>
                <a:ea typeface="Malgun Gothic"/>
                <a:cs typeface="Malgun Gothic"/>
              </a:defRPr>
            </a:defPPr>
            <a:lvl1pPr algn="ctr">
              <a:defRPr sz="1875" b="1">
                <a:solidFill>
                  <a:srgbClr val="73D1CC"/>
                </a:solidFill>
                <a:latin typeface="Malgun Gothic"/>
                <a:ea typeface="Malgun Gothic"/>
                <a:cs typeface="Malgun Gothic"/>
              </a:defRPr>
            </a:lvl1pPr>
            <a:lvl2pPr algn="ctr">
              <a:defRPr sz="1875" b="1">
                <a:solidFill>
                  <a:srgbClr val="73D1CC"/>
                </a:solidFill>
                <a:latin typeface="Malgun Gothic"/>
                <a:ea typeface="Malgun Gothic"/>
                <a:cs typeface="Malgun Gothic"/>
              </a:defRPr>
            </a:lvl2pPr>
            <a:lvl3pPr algn="ctr">
              <a:defRPr sz="1875" b="1">
                <a:solidFill>
                  <a:srgbClr val="73D1CC"/>
                </a:solidFill>
                <a:latin typeface="Malgun Gothic"/>
                <a:ea typeface="Malgun Gothic"/>
                <a:cs typeface="Malgun Gothic"/>
              </a:defRPr>
            </a:lvl3pPr>
            <a:lvl4pPr algn="ctr">
              <a:defRPr sz="1875" b="1">
                <a:solidFill>
                  <a:srgbClr val="73D1CC"/>
                </a:solidFill>
                <a:latin typeface="Malgun Gothic"/>
                <a:ea typeface="Malgun Gothic"/>
                <a:cs typeface="Malgun Gothic"/>
              </a:defRPr>
            </a:lvl4pPr>
            <a:lvl5pPr algn="ctr">
              <a:defRPr sz="1875" b="1">
                <a:solidFill>
                  <a:srgbClr val="73D1CC"/>
                </a:solidFill>
                <a:latin typeface="Malgun Gothic"/>
                <a:ea typeface="Malgun Gothic"/>
                <a:cs typeface="Malgun Gothic"/>
              </a:defRPr>
            </a:lvl5pPr>
            <a:lvl6pPr algn="ctr">
              <a:defRPr sz="1875" b="1">
                <a:solidFill>
                  <a:srgbClr val="73D1CC"/>
                </a:solidFill>
                <a:latin typeface="Malgun Gothic"/>
                <a:ea typeface="Malgun Gothic"/>
                <a:cs typeface="Malgun Gothic"/>
              </a:defRPr>
            </a:lvl6pPr>
            <a:lvl7pPr algn="ctr">
              <a:defRPr sz="1875" b="1">
                <a:solidFill>
                  <a:srgbClr val="73D1CC"/>
                </a:solidFill>
                <a:latin typeface="Malgun Gothic"/>
                <a:ea typeface="Malgun Gothic"/>
                <a:cs typeface="Malgun Gothic"/>
              </a:defRPr>
            </a:lvl7pPr>
            <a:lvl8pPr algn="ctr">
              <a:defRPr sz="1875" b="1">
                <a:solidFill>
                  <a:srgbClr val="73D1CC"/>
                </a:solidFill>
                <a:latin typeface="Malgun Gothic"/>
                <a:ea typeface="Malgun Gothic"/>
                <a:cs typeface="Malgun Gothic"/>
              </a:defRPr>
            </a:lvl8pPr>
            <a:lvl9pPr algn="ctr">
              <a:defRPr sz="1875" b="1">
                <a:solidFill>
                  <a:srgbClr val="73D1CC"/>
                </a:solidFill>
                <a:latin typeface="Malgun Gothic"/>
                <a:ea typeface="Malgun Gothic"/>
                <a:cs typeface="Malgun Gothic"/>
              </a:defRPr>
            </a:lvl9pPr>
          </a:lstStyle>
          <a:p xmlns:a="http://schemas.openxmlformats.org/drawingml/2006/main">
            <a:pPr algn="ctr">
              <a:defRPr sz="1875" b="1">
                <a:solidFill>
                  <a:srgbClr val="73D1CC"/>
                </a:solidFill>
                <a:latin typeface="Malgun Gothic"/>
                <a:ea typeface="Malgun Gothic"/>
                <a:cs typeface="Malgun Gothic"/>
              </a:defRPr>
            </a:pPr>
            <a:r>
              <a:rPr sz="1875" b="1">
                <a:solidFill>
                  <a:srgbClr val="73D1CC"/>
                </a:solidFill>
                <a:latin typeface="Malgun Gothic"/>
                <a:ea typeface="Malgun Gothic"/>
                <a:cs typeface="Malgun Gothic"/>
              </a:rPr>
              <a:t>“여행에서 만남으로, 만남에서 새로운 경험으로.”</a:t>
            </a:r>
          </a:p>
        </p:txBody>
      </p:sp>
    </p:spTree>
    <p:extLst>
      <p:ext uri="{BB962C8B-B14F-4D97-AF65-F5344CB8AC3E}">
        <p14:creationId xmlns:p14="http://schemas.microsoft.com/office/powerpoint/2010/main" val="1593032111"/>
      </p:ext>
    </p:extLst>
  </p:cSld>
</p:sld>
</file>

<file path=ppt/slides/slide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60585E6-446D-4280-AE8E-5C3F934A1ECF}"/>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WHY LOCAL EUM</a:t>
            </a:r>
          </a:p>
        </p:txBody>
      </p:sp>
      <p:sp>
        <p:nvSpPr>
          <p:cNvPr id="2" name="">
            <a:extLst xmlns:a="http://schemas.openxmlformats.org/drawingml/2006/main">
              <a:ext uri="{FF2B5EF4-FFF2-40B4-BE49-F238E27FC236}">
                <a16:creationId xmlns:a16="http://schemas.microsoft.com/office/drawing/2014/main" id="{45458E90-A905-481E-9CC1-575BA4180EDB}"/>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지역 주민의 이야기가 여행의 경험이 됩니다</a:t>
            </a:r>
          </a:p>
        </p:txBody>
      </p:sp>
      <p:sp>
        <p:nvSpPr>
          <p:cNvPr id="3" name="">
            <a:extLst xmlns:a="http://schemas.openxmlformats.org/drawingml/2006/main">
              <a:ext uri="{FF2B5EF4-FFF2-40B4-BE49-F238E27FC236}">
                <a16:creationId xmlns:a16="http://schemas.microsoft.com/office/drawing/2014/main" id="{A355F905-D879-4B28-83A2-E0766F6079A8}"/>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590C1B4-6B2D-45BD-96C8-D924028698C7}"/>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28F9922F-958A-498C-8621-84AEBB7B79D7}"/>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03 / 12</a:t>
            </a:r>
          </a:p>
        </p:txBody>
      </p:sp>
      <p:sp>
        <p:nvSpPr>
          <p:cNvPr id="6" name="">
            <a:extLst xmlns:a="http://schemas.openxmlformats.org/drawingml/2006/main">
              <a:ext uri="{FF2B5EF4-FFF2-40B4-BE49-F238E27FC236}">
                <a16:creationId xmlns:a16="http://schemas.microsoft.com/office/drawing/2014/main" id="{B293B928-1FED-408C-98B8-6777A95565BF}"/>
              </a:ext>
            </a:extLst>
          </p:cNvPr>
          <p:cNvSpPr>
            <a:spLocks xmlns:a="http://schemas.openxmlformats.org/drawingml/2006/main" noGrp="1"/>
          </p:cNvSpPr>
          <p:nvPr/>
        </p:nvSpPr>
        <p:spPr>
          <a:xfrm xmlns:a="http://schemas.openxmlformats.org/drawingml/2006/main">
            <a:off x="609600" y="1676400"/>
            <a:ext cx="5048250" cy="2190750"/>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D0227C35-731A-477A-AB99-B715E6D555C4}"/>
              </a:ext>
            </a:extLst>
          </p:cNvPr>
          <p:cNvSpPr>
            <a:spLocks xmlns:a="http://schemas.openxmlformats.org/drawingml/2006/main" noGrp="1"/>
          </p:cNvSpPr>
          <p:nvPr/>
        </p:nvSpPr>
        <p:spPr>
          <a:xfrm xmlns:a="http://schemas.openxmlformats.org/drawingml/2006/main">
            <a:off x="609600" y="1676400"/>
            <a:ext cx="66675" cy="219075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5D591E3-D48E-4B3D-A0C8-F97922230C6B}"/>
              </a:ext>
            </a:extLst>
          </p:cNvPr>
          <p:cNvSpPr>
            <a:spLocks xmlns:a="http://schemas.openxmlformats.org/drawingml/2006/main" noGrp="1"/>
          </p:cNvSpPr>
          <p:nvPr/>
        </p:nvSpPr>
        <p:spPr>
          <a:xfrm xmlns:a="http://schemas.openxmlformats.org/drawingml/2006/main">
            <a:off x="819150" y="18478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여행자에게</a:t>
            </a:r>
          </a:p>
        </p:txBody>
      </p:sp>
      <p:sp>
        <p:nvSpPr>
          <p:cNvPr id="9" name="">
            <a:extLst xmlns:a="http://schemas.openxmlformats.org/drawingml/2006/main">
              <a:ext uri="{FF2B5EF4-FFF2-40B4-BE49-F238E27FC236}">
                <a16:creationId xmlns:a16="http://schemas.microsoft.com/office/drawing/2014/main" id="{1D354FBA-C0C4-4C69-9F0D-DB22844D81A4}"/>
              </a:ext>
            </a:extLst>
          </p:cNvPr>
          <p:cNvSpPr>
            <a:spLocks xmlns:a="http://schemas.openxmlformats.org/drawingml/2006/main" noGrp="1"/>
          </p:cNvSpPr>
          <p:nvPr/>
        </p:nvSpPr>
        <p:spPr>
          <a:xfrm xmlns:a="http://schemas.openxmlformats.org/drawingml/2006/main">
            <a:off x="819150" y="2247900"/>
            <a:ext cx="46291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2768A"/>
                </a:solidFill>
                <a:latin typeface="Malgun Gothic"/>
                <a:ea typeface="Malgun Gothic"/>
                <a:cs typeface="Malgun Gothic"/>
              </a:defRPr>
            </a:defPPr>
            <a:lvl1pPr algn="l">
              <a:defRPr sz="1500" b="0">
                <a:solidFill>
                  <a:srgbClr val="62768A"/>
                </a:solidFill>
                <a:latin typeface="Malgun Gothic"/>
                <a:ea typeface="Malgun Gothic"/>
                <a:cs typeface="Malgun Gothic"/>
              </a:defRPr>
            </a:lvl1pPr>
            <a:lvl2pPr algn="l">
              <a:defRPr sz="1500" b="0">
                <a:solidFill>
                  <a:srgbClr val="62768A"/>
                </a:solidFill>
                <a:latin typeface="Malgun Gothic"/>
                <a:ea typeface="Malgun Gothic"/>
                <a:cs typeface="Malgun Gothic"/>
              </a:defRPr>
            </a:lvl2pPr>
            <a:lvl3pPr algn="l">
              <a:defRPr sz="1500" b="0">
                <a:solidFill>
                  <a:srgbClr val="62768A"/>
                </a:solidFill>
                <a:latin typeface="Malgun Gothic"/>
                <a:ea typeface="Malgun Gothic"/>
                <a:cs typeface="Malgun Gothic"/>
              </a:defRPr>
            </a:lvl3pPr>
            <a:lvl4pPr algn="l">
              <a:defRPr sz="1500" b="0">
                <a:solidFill>
                  <a:srgbClr val="62768A"/>
                </a:solidFill>
                <a:latin typeface="Malgun Gothic"/>
                <a:ea typeface="Malgun Gothic"/>
                <a:cs typeface="Malgun Gothic"/>
              </a:defRPr>
            </a:lvl4pPr>
            <a:lvl5pPr algn="l">
              <a:defRPr sz="1500" b="0">
                <a:solidFill>
                  <a:srgbClr val="62768A"/>
                </a:solidFill>
                <a:latin typeface="Malgun Gothic"/>
                <a:ea typeface="Malgun Gothic"/>
                <a:cs typeface="Malgun Gothic"/>
              </a:defRPr>
            </a:lvl5pPr>
            <a:lvl6pPr algn="l">
              <a:defRPr sz="1500" b="0">
                <a:solidFill>
                  <a:srgbClr val="62768A"/>
                </a:solidFill>
                <a:latin typeface="Malgun Gothic"/>
                <a:ea typeface="Malgun Gothic"/>
                <a:cs typeface="Malgun Gothic"/>
              </a:defRPr>
            </a:lvl6pPr>
            <a:lvl7pPr algn="l">
              <a:defRPr sz="1500" b="0">
                <a:solidFill>
                  <a:srgbClr val="62768A"/>
                </a:solidFill>
                <a:latin typeface="Malgun Gothic"/>
                <a:ea typeface="Malgun Gothic"/>
                <a:cs typeface="Malgun Gothic"/>
              </a:defRPr>
            </a:lvl7pPr>
            <a:lvl8pPr algn="l">
              <a:defRPr sz="1500" b="0">
                <a:solidFill>
                  <a:srgbClr val="62768A"/>
                </a:solidFill>
                <a:latin typeface="Malgun Gothic"/>
                <a:ea typeface="Malgun Gothic"/>
                <a:cs typeface="Malgun Gothic"/>
              </a:defRPr>
            </a:lvl8pPr>
            <a:lvl9pPr algn="l">
              <a:defRPr sz="1500" b="0">
                <a:solidFill>
                  <a:srgbClr val="62768A"/>
                </a:solidFill>
                <a:latin typeface="Malgun Gothic"/>
                <a:ea typeface="Malgun Gothic"/>
                <a:cs typeface="Malgun Gothic"/>
              </a:defRPr>
            </a:lvl9pPr>
          </a:lstStyle>
          <a:p xmlns:a="http://schemas.openxmlformats.org/drawingml/2006/main">
            <a:pPr algn="l">
              <a:lnSpc>
                <a:spcPct val="115000"/>
              </a:lnSpc>
              <a:buNone/>
              <a:defRPr sz="1500" b="0">
                <a:solidFill>
                  <a:srgbClr val="62768A"/>
                </a:solidFill>
                <a:latin typeface="Malgun Gothic"/>
                <a:ea typeface="Malgun Gothic"/>
                <a:cs typeface="Malgun Gothic"/>
              </a:defRPr>
            </a:pPr>
            <a:r>
              <a:rPr sz="1500" b="0">
                <a:solidFill>
                  <a:srgbClr val="62768A"/>
                </a:solidFill>
                <a:latin typeface="Malgun Gothic"/>
                <a:ea typeface="Malgun Gothic"/>
                <a:cs typeface="Malgun Gothic"/>
              </a:rPr>
              <a:t>방문 장소와 명소 정보는 많지만,</a:t>
            </a:r>
          </a:p>
          <a:p xmlns:a="http://schemas.openxmlformats.org/drawingml/2006/main">
            <a:pPr algn="l">
              <a:lnSpc>
                <a:spcPct val="115000"/>
              </a:lnSpc>
              <a:buNone/>
              <a:defRPr sz="1500" b="0">
                <a:solidFill>
                  <a:srgbClr val="62768A"/>
                </a:solidFill>
                <a:latin typeface="Malgun Gothic"/>
                <a:ea typeface="Malgun Gothic"/>
                <a:cs typeface="Malgun Gothic"/>
              </a:defRPr>
            </a:pPr>
            <a:r>
              <a:rPr sz="1500" b="0">
                <a:solidFill>
                  <a:srgbClr val="62768A"/>
                </a:solidFill>
                <a:latin typeface="Malgun Gothic"/>
                <a:ea typeface="Malgun Gothic"/>
                <a:cs typeface="Malgun Gothic"/>
              </a:rPr>
              <a:t>지역 주민과 일상을 함께하는 경험은</a:t>
            </a:r>
          </a:p>
          <a:p xmlns:a="http://schemas.openxmlformats.org/drawingml/2006/main">
            <a:pPr algn="l">
              <a:lnSpc>
                <a:spcPct val="115000"/>
              </a:lnSpc>
              <a:buNone/>
              <a:defRPr sz="1500" b="0">
                <a:solidFill>
                  <a:srgbClr val="62768A"/>
                </a:solidFill>
                <a:latin typeface="Malgun Gothic"/>
                <a:ea typeface="Malgun Gothic"/>
                <a:cs typeface="Malgun Gothic"/>
              </a:defRPr>
            </a:pPr>
            <a:r>
              <a:rPr sz="1500" b="0">
                <a:solidFill>
                  <a:srgbClr val="62768A"/>
                </a:solidFill>
                <a:latin typeface="Malgun Gothic"/>
                <a:ea typeface="Malgun Gothic"/>
                <a:cs typeface="Malgun Gothic"/>
              </a:rPr>
              <a:t>쉽게 찾기 어렵습니다.</a:t>
            </a:r>
          </a:p>
        </p:txBody>
      </p:sp>
      <p:sp>
        <p:nvSpPr>
          <p:cNvPr id="10" name="">
            <a:extLst xmlns:a="http://schemas.openxmlformats.org/drawingml/2006/main">
              <a:ext uri="{FF2B5EF4-FFF2-40B4-BE49-F238E27FC236}">
                <a16:creationId xmlns:a16="http://schemas.microsoft.com/office/drawing/2014/main" id="{23902830-F3A5-4E48-AB76-586A2E4542C2}"/>
              </a:ext>
            </a:extLst>
          </p:cNvPr>
          <p:cNvSpPr>
            <a:spLocks xmlns:a="http://schemas.openxmlformats.org/drawingml/2006/main" noGrp="1"/>
          </p:cNvSpPr>
          <p:nvPr/>
        </p:nvSpPr>
        <p:spPr>
          <a:xfrm xmlns:a="http://schemas.openxmlformats.org/drawingml/2006/main">
            <a:off x="5924550" y="1676400"/>
            <a:ext cx="5657850" cy="2190750"/>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5EA"/>
            </a:solidFill>
            <a:prstDash val="solid"/>
          </a:ln>
        </p:spPr>
      </p:sp>
      <p:sp>
        <p:nvSpPr>
          <p:cNvPr id="11" name="">
            <a:extLst xmlns:a="http://schemas.openxmlformats.org/drawingml/2006/main">
              <a:ext uri="{FF2B5EF4-FFF2-40B4-BE49-F238E27FC236}">
                <a16:creationId xmlns:a16="http://schemas.microsoft.com/office/drawing/2014/main" id="{BA17EC5D-1901-45CC-A0C8-BE4093BDE49A}"/>
              </a:ext>
            </a:extLst>
          </p:cNvPr>
          <p:cNvSpPr>
            <a:spLocks xmlns:a="http://schemas.openxmlformats.org/drawingml/2006/main" noGrp="1"/>
          </p:cNvSpPr>
          <p:nvPr/>
        </p:nvSpPr>
        <p:spPr>
          <a:xfrm xmlns:a="http://schemas.openxmlformats.org/drawingml/2006/main">
            <a:off x="5924550" y="1676400"/>
            <a:ext cx="66675" cy="2190750"/>
          </a:xfrm>
          <a:prstGeom xmlns:a="http://schemas.openxmlformats.org/drawingml/2006/main" prst="roundRect">
            <a:avLst>
              <a:gd name="adj" fmla="val 42857"/>
            </a:avLst>
          </a:prstGeom>
          <a:solidFill xmlns:a="http://schemas.openxmlformats.org/drawingml/2006/main">
            <a:srgbClr val="129B9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1943DE9-FA8D-4E2E-B70A-924824D7B4B9}"/>
              </a:ext>
            </a:extLst>
          </p:cNvPr>
          <p:cNvSpPr>
            <a:spLocks xmlns:a="http://schemas.openxmlformats.org/drawingml/2006/main" noGrp="1"/>
          </p:cNvSpPr>
          <p:nvPr/>
        </p:nvSpPr>
        <p:spPr>
          <a:xfrm xmlns:a="http://schemas.openxmlformats.org/drawingml/2006/main">
            <a:off x="6134100" y="18478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지역 호스트에게</a:t>
            </a:r>
          </a:p>
        </p:txBody>
      </p:sp>
      <p:sp>
        <p:nvSpPr>
          <p:cNvPr id="13" name="">
            <a:extLst xmlns:a="http://schemas.openxmlformats.org/drawingml/2006/main">
              <a:ext uri="{FF2B5EF4-FFF2-40B4-BE49-F238E27FC236}">
                <a16:creationId xmlns:a16="http://schemas.microsoft.com/office/drawing/2014/main" id="{FA248B6A-7954-4EB4-A023-A27910076ABE}"/>
              </a:ext>
            </a:extLst>
          </p:cNvPr>
          <p:cNvSpPr>
            <a:spLocks xmlns:a="http://schemas.openxmlformats.org/drawingml/2006/main" noGrp="1"/>
          </p:cNvSpPr>
          <p:nvPr/>
        </p:nvSpPr>
        <p:spPr>
          <a:xfrm xmlns:a="http://schemas.openxmlformats.org/drawingml/2006/main">
            <a:off x="6134100" y="2247900"/>
            <a:ext cx="52387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2768A"/>
                </a:solidFill>
                <a:latin typeface="Malgun Gothic"/>
                <a:ea typeface="Malgun Gothic"/>
                <a:cs typeface="Malgun Gothic"/>
              </a:defRPr>
            </a:defPPr>
            <a:lvl1pPr algn="l">
              <a:defRPr sz="1500" b="0">
                <a:solidFill>
                  <a:srgbClr val="62768A"/>
                </a:solidFill>
                <a:latin typeface="Malgun Gothic"/>
                <a:ea typeface="Malgun Gothic"/>
                <a:cs typeface="Malgun Gothic"/>
              </a:defRPr>
            </a:lvl1pPr>
            <a:lvl2pPr algn="l">
              <a:defRPr sz="1500" b="0">
                <a:solidFill>
                  <a:srgbClr val="62768A"/>
                </a:solidFill>
                <a:latin typeface="Malgun Gothic"/>
                <a:ea typeface="Malgun Gothic"/>
                <a:cs typeface="Malgun Gothic"/>
              </a:defRPr>
            </a:lvl2pPr>
            <a:lvl3pPr algn="l">
              <a:defRPr sz="1500" b="0">
                <a:solidFill>
                  <a:srgbClr val="62768A"/>
                </a:solidFill>
                <a:latin typeface="Malgun Gothic"/>
                <a:ea typeface="Malgun Gothic"/>
                <a:cs typeface="Malgun Gothic"/>
              </a:defRPr>
            </a:lvl3pPr>
            <a:lvl4pPr algn="l">
              <a:defRPr sz="1500" b="0">
                <a:solidFill>
                  <a:srgbClr val="62768A"/>
                </a:solidFill>
                <a:latin typeface="Malgun Gothic"/>
                <a:ea typeface="Malgun Gothic"/>
                <a:cs typeface="Malgun Gothic"/>
              </a:defRPr>
            </a:lvl4pPr>
            <a:lvl5pPr algn="l">
              <a:defRPr sz="1500" b="0">
                <a:solidFill>
                  <a:srgbClr val="62768A"/>
                </a:solidFill>
                <a:latin typeface="Malgun Gothic"/>
                <a:ea typeface="Malgun Gothic"/>
                <a:cs typeface="Malgun Gothic"/>
              </a:defRPr>
            </a:lvl5pPr>
            <a:lvl6pPr algn="l">
              <a:defRPr sz="1500" b="0">
                <a:solidFill>
                  <a:srgbClr val="62768A"/>
                </a:solidFill>
                <a:latin typeface="Malgun Gothic"/>
                <a:ea typeface="Malgun Gothic"/>
                <a:cs typeface="Malgun Gothic"/>
              </a:defRPr>
            </a:lvl6pPr>
            <a:lvl7pPr algn="l">
              <a:defRPr sz="1500" b="0">
                <a:solidFill>
                  <a:srgbClr val="62768A"/>
                </a:solidFill>
                <a:latin typeface="Malgun Gothic"/>
                <a:ea typeface="Malgun Gothic"/>
                <a:cs typeface="Malgun Gothic"/>
              </a:defRPr>
            </a:lvl7pPr>
            <a:lvl8pPr algn="l">
              <a:defRPr sz="1500" b="0">
                <a:solidFill>
                  <a:srgbClr val="62768A"/>
                </a:solidFill>
                <a:latin typeface="Malgun Gothic"/>
                <a:ea typeface="Malgun Gothic"/>
                <a:cs typeface="Malgun Gothic"/>
              </a:defRPr>
            </a:lvl8pPr>
            <a:lvl9pPr algn="l">
              <a:defRPr sz="1500" b="0">
                <a:solidFill>
                  <a:srgbClr val="62768A"/>
                </a:solidFill>
                <a:latin typeface="Malgun Gothic"/>
                <a:ea typeface="Malgun Gothic"/>
                <a:cs typeface="Malgun Gothic"/>
              </a:defRPr>
            </a:lvl9pPr>
          </a:lstStyle>
          <a:p xmlns:a="http://schemas.openxmlformats.org/drawingml/2006/main">
            <a:pPr algn="l">
              <a:lnSpc>
                <a:spcPct val="115000"/>
              </a:lnSpc>
              <a:buNone/>
              <a:defRPr sz="1500" b="0">
                <a:solidFill>
                  <a:srgbClr val="62768A"/>
                </a:solidFill>
                <a:latin typeface="Malgun Gothic"/>
                <a:ea typeface="Malgun Gothic"/>
                <a:cs typeface="Malgun Gothic"/>
              </a:defRPr>
            </a:pPr>
            <a:r>
              <a:rPr sz="1500" b="0">
                <a:solidFill>
                  <a:srgbClr val="62768A"/>
                </a:solidFill>
                <a:latin typeface="Malgun Gothic"/>
                <a:ea typeface="Malgun Gothic"/>
                <a:cs typeface="Malgun Gothic"/>
              </a:rPr>
              <a:t>지역 주민의 이야기와 관심사를</a:t>
            </a:r>
          </a:p>
          <a:p xmlns:a="http://schemas.openxmlformats.org/drawingml/2006/main">
            <a:pPr algn="l">
              <a:lnSpc>
                <a:spcPct val="115000"/>
              </a:lnSpc>
              <a:buNone/>
              <a:defRPr sz="1500" b="0">
                <a:solidFill>
                  <a:srgbClr val="62768A"/>
                </a:solidFill>
                <a:latin typeface="Malgun Gothic"/>
                <a:ea typeface="Malgun Gothic"/>
                <a:cs typeface="Malgun Gothic"/>
              </a:defRPr>
            </a:pPr>
            <a:r>
              <a:rPr sz="1500" b="0">
                <a:solidFill>
                  <a:srgbClr val="62768A"/>
                </a:solidFill>
                <a:latin typeface="Malgun Gothic"/>
                <a:ea typeface="Malgun Gothic"/>
                <a:cs typeface="Malgun Gothic"/>
              </a:rPr>
              <a:t>여행 경험으로 소개하고 운영할 수 있는</a:t>
            </a:r>
          </a:p>
          <a:p xmlns:a="http://schemas.openxmlformats.org/drawingml/2006/main">
            <a:pPr algn="l">
              <a:lnSpc>
                <a:spcPct val="115000"/>
              </a:lnSpc>
              <a:buNone/>
              <a:defRPr sz="1500" b="0">
                <a:solidFill>
                  <a:srgbClr val="62768A"/>
                </a:solidFill>
                <a:latin typeface="Malgun Gothic"/>
                <a:ea typeface="Malgun Gothic"/>
                <a:cs typeface="Malgun Gothic"/>
              </a:defRPr>
            </a:pPr>
            <a:r>
              <a:rPr sz="1500" b="0">
                <a:solidFill>
                  <a:srgbClr val="62768A"/>
                </a:solidFill>
                <a:latin typeface="Malgun Gothic"/>
                <a:ea typeface="Malgun Gothic"/>
                <a:cs typeface="Malgun Gothic"/>
              </a:rPr>
              <a:t>프로그램과 도구가 필요합니다.</a:t>
            </a:r>
          </a:p>
        </p:txBody>
      </p:sp>
      <p:sp>
        <p:nvSpPr>
          <p:cNvPr id="14" name="">
            <a:extLst xmlns:a="http://schemas.openxmlformats.org/drawingml/2006/main">
              <a:ext uri="{FF2B5EF4-FFF2-40B4-BE49-F238E27FC236}">
                <a16:creationId xmlns:a16="http://schemas.microsoft.com/office/drawing/2014/main" id="{3FDF036D-FB85-4814-BF0B-C76C4753ABE6}"/>
              </a:ext>
            </a:extLst>
          </p:cNvPr>
          <p:cNvSpPr>
            <a:spLocks xmlns:a="http://schemas.openxmlformats.org/drawingml/2006/main" noGrp="1"/>
          </p:cNvSpPr>
          <p:nvPr/>
        </p:nvSpPr>
        <p:spPr>
          <a:xfrm xmlns:a="http://schemas.openxmlformats.org/drawingml/2006/main">
            <a:off x="609600" y="4143375"/>
            <a:ext cx="10972800" cy="1466850"/>
          </a:xfrm>
          <a:prstGeom xmlns:a="http://schemas.openxmlformats.org/drawingml/2006/main" prst="roundRect">
            <a:avLst>
              <a:gd name="adj" fmla="val 11688"/>
            </a:avLst>
          </a:prstGeom>
          <a:solidFill xmlns:a="http://schemas.openxmlformats.org/drawingml/2006/main">
            <a:srgbClr val="FFF0E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C3A038A-8E3D-4ACC-A446-40B5DD1428B8}"/>
              </a:ext>
            </a:extLst>
          </p:cNvPr>
          <p:cNvSpPr>
            <a:spLocks xmlns:a="http://schemas.openxmlformats.org/drawingml/2006/main" noGrp="1"/>
          </p:cNvSpPr>
          <p:nvPr/>
        </p:nvSpPr>
        <p:spPr>
          <a:xfrm xmlns:a="http://schemas.openxmlformats.org/drawingml/2006/main">
            <a:off x="876300" y="43815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06D5D"/>
                </a:solidFill>
                <a:latin typeface="Malgun Gothic"/>
                <a:ea typeface="Malgun Gothic"/>
                <a:cs typeface="Malgun Gothic"/>
              </a:defRPr>
            </a:defPPr>
            <a:lvl1pPr algn="l">
              <a:defRPr sz="1350" b="1">
                <a:solidFill>
                  <a:srgbClr val="F06D5D"/>
                </a:solidFill>
                <a:latin typeface="Malgun Gothic"/>
                <a:ea typeface="Malgun Gothic"/>
                <a:cs typeface="Malgun Gothic"/>
              </a:defRPr>
            </a:lvl1pPr>
            <a:lvl2pPr algn="l">
              <a:defRPr sz="1350" b="1">
                <a:solidFill>
                  <a:srgbClr val="F06D5D"/>
                </a:solidFill>
                <a:latin typeface="Malgun Gothic"/>
                <a:ea typeface="Malgun Gothic"/>
                <a:cs typeface="Malgun Gothic"/>
              </a:defRPr>
            </a:lvl2pPr>
            <a:lvl3pPr algn="l">
              <a:defRPr sz="1350" b="1">
                <a:solidFill>
                  <a:srgbClr val="F06D5D"/>
                </a:solidFill>
                <a:latin typeface="Malgun Gothic"/>
                <a:ea typeface="Malgun Gothic"/>
                <a:cs typeface="Malgun Gothic"/>
              </a:defRPr>
            </a:lvl3pPr>
            <a:lvl4pPr algn="l">
              <a:defRPr sz="1350" b="1">
                <a:solidFill>
                  <a:srgbClr val="F06D5D"/>
                </a:solidFill>
                <a:latin typeface="Malgun Gothic"/>
                <a:ea typeface="Malgun Gothic"/>
                <a:cs typeface="Malgun Gothic"/>
              </a:defRPr>
            </a:lvl4pPr>
            <a:lvl5pPr algn="l">
              <a:defRPr sz="1350" b="1">
                <a:solidFill>
                  <a:srgbClr val="F06D5D"/>
                </a:solidFill>
                <a:latin typeface="Malgun Gothic"/>
                <a:ea typeface="Malgun Gothic"/>
                <a:cs typeface="Malgun Gothic"/>
              </a:defRPr>
            </a:lvl5pPr>
            <a:lvl6pPr algn="l">
              <a:defRPr sz="1350" b="1">
                <a:solidFill>
                  <a:srgbClr val="F06D5D"/>
                </a:solidFill>
                <a:latin typeface="Malgun Gothic"/>
                <a:ea typeface="Malgun Gothic"/>
                <a:cs typeface="Malgun Gothic"/>
              </a:defRPr>
            </a:lvl6pPr>
            <a:lvl7pPr algn="l">
              <a:defRPr sz="1350" b="1">
                <a:solidFill>
                  <a:srgbClr val="F06D5D"/>
                </a:solidFill>
                <a:latin typeface="Malgun Gothic"/>
                <a:ea typeface="Malgun Gothic"/>
                <a:cs typeface="Malgun Gothic"/>
              </a:defRPr>
            </a:lvl7pPr>
            <a:lvl8pPr algn="l">
              <a:defRPr sz="1350" b="1">
                <a:solidFill>
                  <a:srgbClr val="F06D5D"/>
                </a:solidFill>
                <a:latin typeface="Malgun Gothic"/>
                <a:ea typeface="Malgun Gothic"/>
                <a:cs typeface="Malgun Gothic"/>
              </a:defRPr>
            </a:lvl8pPr>
            <a:lvl9pPr algn="l">
              <a:defRPr sz="1350" b="1">
                <a:solidFill>
                  <a:srgbClr val="F06D5D"/>
                </a:solidFill>
                <a:latin typeface="Malgun Gothic"/>
                <a:ea typeface="Malgun Gothic"/>
                <a:cs typeface="Malgun Gothic"/>
              </a:defRPr>
            </a:lvl9pPr>
          </a:lstStyle>
          <a:p xmlns:a="http://schemas.openxmlformats.org/drawingml/2006/main">
            <a:pPr algn="l">
              <a:defRPr sz="1350" b="1">
                <a:solidFill>
                  <a:srgbClr val="F06D5D"/>
                </a:solidFill>
                <a:latin typeface="Malgun Gothic"/>
                <a:ea typeface="Malgun Gothic"/>
                <a:cs typeface="Malgun Gothic"/>
              </a:defRPr>
            </a:pPr>
            <a:r>
              <a:rPr sz="1350" b="1">
                <a:solidFill>
                  <a:srgbClr val="F06D5D"/>
                </a:solidFill>
                <a:latin typeface="Malgun Gothic"/>
                <a:ea typeface="Malgun Gothic"/>
                <a:cs typeface="Malgun Gothic"/>
              </a:rPr>
              <a:t>로컬이음의 역할</a:t>
            </a:r>
          </a:p>
        </p:txBody>
      </p:sp>
      <p:sp>
        <p:nvSpPr>
          <p:cNvPr id="16" name="">
            <a:extLst xmlns:a="http://schemas.openxmlformats.org/drawingml/2006/main">
              <a:ext uri="{FF2B5EF4-FFF2-40B4-BE49-F238E27FC236}">
                <a16:creationId xmlns:a16="http://schemas.microsoft.com/office/drawing/2014/main" id="{4D540853-7520-4334-BC9F-A5B3AE948353}"/>
              </a:ext>
            </a:extLst>
          </p:cNvPr>
          <p:cNvSpPr>
            <a:spLocks xmlns:a="http://schemas.openxmlformats.org/drawingml/2006/main" noGrp="1"/>
          </p:cNvSpPr>
          <p:nvPr/>
        </p:nvSpPr>
        <p:spPr>
          <a:xfrm xmlns:a="http://schemas.openxmlformats.org/drawingml/2006/main">
            <a:off x="876300" y="4762500"/>
            <a:ext cx="1000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92C40"/>
                </a:solidFill>
                <a:latin typeface="Malgun Gothic"/>
                <a:ea typeface="Malgun Gothic"/>
                <a:cs typeface="Malgun Gothic"/>
              </a:defRPr>
            </a:defPPr>
            <a:lvl1pPr algn="l">
              <a:defRPr sz="1800" b="1">
                <a:solidFill>
                  <a:srgbClr val="192C40"/>
                </a:solidFill>
                <a:latin typeface="Malgun Gothic"/>
                <a:ea typeface="Malgun Gothic"/>
                <a:cs typeface="Malgun Gothic"/>
              </a:defRPr>
            </a:lvl1pPr>
            <a:lvl2pPr algn="l">
              <a:defRPr sz="1800" b="1">
                <a:solidFill>
                  <a:srgbClr val="192C40"/>
                </a:solidFill>
                <a:latin typeface="Malgun Gothic"/>
                <a:ea typeface="Malgun Gothic"/>
                <a:cs typeface="Malgun Gothic"/>
              </a:defRPr>
            </a:lvl2pPr>
            <a:lvl3pPr algn="l">
              <a:defRPr sz="1800" b="1">
                <a:solidFill>
                  <a:srgbClr val="192C40"/>
                </a:solidFill>
                <a:latin typeface="Malgun Gothic"/>
                <a:ea typeface="Malgun Gothic"/>
                <a:cs typeface="Malgun Gothic"/>
              </a:defRPr>
            </a:lvl3pPr>
            <a:lvl4pPr algn="l">
              <a:defRPr sz="1800" b="1">
                <a:solidFill>
                  <a:srgbClr val="192C40"/>
                </a:solidFill>
                <a:latin typeface="Malgun Gothic"/>
                <a:ea typeface="Malgun Gothic"/>
                <a:cs typeface="Malgun Gothic"/>
              </a:defRPr>
            </a:lvl4pPr>
            <a:lvl5pPr algn="l">
              <a:defRPr sz="1800" b="1">
                <a:solidFill>
                  <a:srgbClr val="192C40"/>
                </a:solidFill>
                <a:latin typeface="Malgun Gothic"/>
                <a:ea typeface="Malgun Gothic"/>
                <a:cs typeface="Malgun Gothic"/>
              </a:defRPr>
            </a:lvl5pPr>
            <a:lvl6pPr algn="l">
              <a:defRPr sz="1800" b="1">
                <a:solidFill>
                  <a:srgbClr val="192C40"/>
                </a:solidFill>
                <a:latin typeface="Malgun Gothic"/>
                <a:ea typeface="Malgun Gothic"/>
                <a:cs typeface="Malgun Gothic"/>
              </a:defRPr>
            </a:lvl6pPr>
            <a:lvl7pPr algn="l">
              <a:defRPr sz="1800" b="1">
                <a:solidFill>
                  <a:srgbClr val="192C40"/>
                </a:solidFill>
                <a:latin typeface="Malgun Gothic"/>
                <a:ea typeface="Malgun Gothic"/>
                <a:cs typeface="Malgun Gothic"/>
              </a:defRPr>
            </a:lvl7pPr>
            <a:lvl8pPr algn="l">
              <a:defRPr sz="1800" b="1">
                <a:solidFill>
                  <a:srgbClr val="192C40"/>
                </a:solidFill>
                <a:latin typeface="Malgun Gothic"/>
                <a:ea typeface="Malgun Gothic"/>
                <a:cs typeface="Malgun Gothic"/>
              </a:defRPr>
            </a:lvl8pPr>
            <a:lvl9pPr algn="l">
              <a:defRPr sz="1800" b="1">
                <a:solidFill>
                  <a:srgbClr val="192C40"/>
                </a:solidFill>
                <a:latin typeface="Malgun Gothic"/>
                <a:ea typeface="Malgun Gothic"/>
                <a:cs typeface="Malgun Gothic"/>
              </a:defRPr>
            </a:lvl9pPr>
          </a:lstStyle>
          <a:p xmlns:a="http://schemas.openxmlformats.org/drawingml/2006/main">
            <a:pPr algn="l">
              <a:defRPr sz="1800" b="1">
                <a:solidFill>
                  <a:srgbClr val="192C40"/>
                </a:solidFill>
                <a:latin typeface="Malgun Gothic"/>
                <a:ea typeface="Malgun Gothic"/>
                <a:cs typeface="Malgun Gothic"/>
              </a:defRPr>
            </a:pPr>
            <a:r>
              <a:rPr sz="1800" b="1">
                <a:solidFill>
                  <a:srgbClr val="192C40"/>
                </a:solidFill>
                <a:latin typeface="Malgun Gothic"/>
                <a:ea typeface="Malgun Gothic"/>
                <a:cs typeface="Malgun Gothic"/>
              </a:rPr>
              <a:t>여행자와 지역 주민을 연결해</a:t>
            </a:r>
          </a:p>
          <a:p xmlns:a="http://schemas.openxmlformats.org/drawingml/2006/main">
            <a:pPr algn="l">
              <a:defRPr sz="1800" b="1">
                <a:solidFill>
                  <a:srgbClr val="192C40"/>
                </a:solidFill>
                <a:latin typeface="Malgun Gothic"/>
                <a:ea typeface="Malgun Gothic"/>
                <a:cs typeface="Malgun Gothic"/>
              </a:defRPr>
            </a:pPr>
            <a:r>
              <a:rPr sz="1800" b="1">
                <a:solidFill>
                  <a:srgbClr val="192C40"/>
                </a:solidFill>
                <a:latin typeface="Malgun Gothic"/>
                <a:ea typeface="Malgun Gothic"/>
                <a:cs typeface="Malgun Gothic"/>
              </a:rPr>
              <a:t>평범한 지역의 일상을 함께하는 체험으로 만듭니다.</a:t>
            </a:r>
          </a:p>
        </p:txBody>
      </p:sp>
    </p:spTree>
    <p:extLst>
      <p:ext uri="{BB962C8B-B14F-4D97-AF65-F5344CB8AC3E}">
        <p14:creationId xmlns:p14="http://schemas.microsoft.com/office/powerpoint/2010/main" val="474647030"/>
      </p:ext>
    </p:extLst>
  </p:cSld>
</p:sld>
</file>

<file path=ppt/slides/slide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976FBC1A-4DC9-42F2-B821-98055570505E}"/>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SERVICE FLOW</a:t>
            </a:r>
          </a:p>
        </p:txBody>
      </p:sp>
      <p:sp>
        <p:nvSpPr>
          <p:cNvPr id="2" name="">
            <a:extLst xmlns:a="http://schemas.openxmlformats.org/drawingml/2006/main">
              <a:ext uri="{FF2B5EF4-FFF2-40B4-BE49-F238E27FC236}">
                <a16:creationId xmlns:a16="http://schemas.microsoft.com/office/drawing/2014/main" id="{E3B8B6ED-8FA5-4257-8D91-3FE91C76B4E1}"/>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한 서비스 안에서 여행자와 호스트의 흐름을 연결</a:t>
            </a:r>
          </a:p>
        </p:txBody>
      </p:sp>
      <p:sp>
        <p:nvSpPr>
          <p:cNvPr id="3" name="">
            <a:extLst xmlns:a="http://schemas.openxmlformats.org/drawingml/2006/main">
              <a:ext uri="{FF2B5EF4-FFF2-40B4-BE49-F238E27FC236}">
                <a16:creationId xmlns:a16="http://schemas.microsoft.com/office/drawing/2014/main" id="{5C398AFE-8029-42E4-B29D-5286A3670BF6}"/>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A4ABB76-7DB8-4CBE-9FF6-39DE274EC4FB}"/>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4B5AEA88-EB48-47BF-AD79-D38FECFE1581}"/>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04 / 12</a:t>
            </a:r>
          </a:p>
        </p:txBody>
      </p:sp>
      <p:sp>
        <p:nvSpPr>
          <p:cNvPr id="6" name="">
            <a:extLst xmlns:a="http://schemas.openxmlformats.org/drawingml/2006/main">
              <a:ext uri="{FF2B5EF4-FFF2-40B4-BE49-F238E27FC236}">
                <a16:creationId xmlns:a16="http://schemas.microsoft.com/office/drawing/2014/main" id="{9DB51CAD-9D8C-4380-8061-5220DA309950}"/>
              </a:ext>
            </a:extLst>
          </p:cNvPr>
          <p:cNvSpPr>
            <a:spLocks xmlns:a="http://schemas.openxmlformats.org/drawingml/2006/main" noGrp="1"/>
          </p:cNvSpPr>
          <p:nvPr/>
        </p:nvSpPr>
        <p:spPr>
          <a:xfrm xmlns:a="http://schemas.openxmlformats.org/drawingml/2006/main">
            <a:off x="609600" y="16668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E78BD"/>
                </a:solidFill>
                <a:latin typeface="Malgun Gothic"/>
                <a:ea typeface="Malgun Gothic"/>
                <a:cs typeface="Malgun Gothic"/>
              </a:defRPr>
            </a:defPPr>
            <a:lvl1pPr algn="l">
              <a:defRPr sz="1350" b="1">
                <a:solidFill>
                  <a:srgbClr val="2E78BD"/>
                </a:solidFill>
                <a:latin typeface="Malgun Gothic"/>
                <a:ea typeface="Malgun Gothic"/>
                <a:cs typeface="Malgun Gothic"/>
              </a:defRPr>
            </a:lvl1pPr>
            <a:lvl2pPr algn="l">
              <a:defRPr sz="1350" b="1">
                <a:solidFill>
                  <a:srgbClr val="2E78BD"/>
                </a:solidFill>
                <a:latin typeface="Malgun Gothic"/>
                <a:ea typeface="Malgun Gothic"/>
                <a:cs typeface="Malgun Gothic"/>
              </a:defRPr>
            </a:lvl2pPr>
            <a:lvl3pPr algn="l">
              <a:defRPr sz="1350" b="1">
                <a:solidFill>
                  <a:srgbClr val="2E78BD"/>
                </a:solidFill>
                <a:latin typeface="Malgun Gothic"/>
                <a:ea typeface="Malgun Gothic"/>
                <a:cs typeface="Malgun Gothic"/>
              </a:defRPr>
            </a:lvl3pPr>
            <a:lvl4pPr algn="l">
              <a:defRPr sz="1350" b="1">
                <a:solidFill>
                  <a:srgbClr val="2E78BD"/>
                </a:solidFill>
                <a:latin typeface="Malgun Gothic"/>
                <a:ea typeface="Malgun Gothic"/>
                <a:cs typeface="Malgun Gothic"/>
              </a:defRPr>
            </a:lvl4pPr>
            <a:lvl5pPr algn="l">
              <a:defRPr sz="1350" b="1">
                <a:solidFill>
                  <a:srgbClr val="2E78BD"/>
                </a:solidFill>
                <a:latin typeface="Malgun Gothic"/>
                <a:ea typeface="Malgun Gothic"/>
                <a:cs typeface="Malgun Gothic"/>
              </a:defRPr>
            </a:lvl5pPr>
            <a:lvl6pPr algn="l">
              <a:defRPr sz="1350" b="1">
                <a:solidFill>
                  <a:srgbClr val="2E78BD"/>
                </a:solidFill>
                <a:latin typeface="Malgun Gothic"/>
                <a:ea typeface="Malgun Gothic"/>
                <a:cs typeface="Malgun Gothic"/>
              </a:defRPr>
            </a:lvl6pPr>
            <a:lvl7pPr algn="l">
              <a:defRPr sz="1350" b="1">
                <a:solidFill>
                  <a:srgbClr val="2E78BD"/>
                </a:solidFill>
                <a:latin typeface="Malgun Gothic"/>
                <a:ea typeface="Malgun Gothic"/>
                <a:cs typeface="Malgun Gothic"/>
              </a:defRPr>
            </a:lvl7pPr>
            <a:lvl8pPr algn="l">
              <a:defRPr sz="1350" b="1">
                <a:solidFill>
                  <a:srgbClr val="2E78BD"/>
                </a:solidFill>
                <a:latin typeface="Malgun Gothic"/>
                <a:ea typeface="Malgun Gothic"/>
                <a:cs typeface="Malgun Gothic"/>
              </a:defRPr>
            </a:lvl8pPr>
            <a:lvl9pPr algn="l">
              <a:defRPr sz="1350" b="1">
                <a:solidFill>
                  <a:srgbClr val="2E78BD"/>
                </a:solidFill>
                <a:latin typeface="Malgun Gothic"/>
                <a:ea typeface="Malgun Gothic"/>
                <a:cs typeface="Malgun Gothic"/>
              </a:defRPr>
            </a:lvl9pPr>
          </a:lstStyle>
          <a:p xmlns:a="http://schemas.openxmlformats.org/drawingml/2006/main">
            <a:pPr algn="l">
              <a:defRPr sz="1350" b="1">
                <a:solidFill>
                  <a:srgbClr val="2E78BD"/>
                </a:solidFill>
                <a:latin typeface="Malgun Gothic"/>
                <a:ea typeface="Malgun Gothic"/>
                <a:cs typeface="Malgun Gothic"/>
              </a:defRPr>
            </a:pPr>
            <a:r>
              <a:rPr sz="1350" b="1">
                <a:solidFill>
                  <a:srgbClr val="2E78BD"/>
                </a:solidFill>
                <a:latin typeface="Malgun Gothic"/>
                <a:ea typeface="Malgun Gothic"/>
                <a:cs typeface="Malgun Gothic"/>
              </a:rPr>
              <a:t>여행자</a:t>
            </a:r>
          </a:p>
        </p:txBody>
      </p:sp>
      <p:sp>
        <p:nvSpPr>
          <p:cNvPr id="7" name="">
            <a:extLst xmlns:a="http://schemas.openxmlformats.org/drawingml/2006/main">
              <a:ext uri="{FF2B5EF4-FFF2-40B4-BE49-F238E27FC236}">
                <a16:creationId xmlns:a16="http://schemas.microsoft.com/office/drawing/2014/main" id="{87854794-BD4A-4E61-B00F-B1F3A4B6BC30}"/>
              </a:ext>
            </a:extLst>
          </p:cNvPr>
          <p:cNvSpPr>
            <a:spLocks xmlns:a="http://schemas.openxmlformats.org/drawingml/2006/main" noGrp="1"/>
          </p:cNvSpPr>
          <p:nvPr/>
        </p:nvSpPr>
        <p:spPr>
          <a:xfrm xmlns:a="http://schemas.openxmlformats.org/drawingml/2006/main">
            <a:off x="609600" y="2057400"/>
            <a:ext cx="23431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CE5EA"/>
            </a:solidFill>
            <a:prstDash val="solid"/>
          </a:ln>
        </p:spPr>
      </p:sp>
      <p:sp>
        <p:nvSpPr>
          <p:cNvPr id="8" name="">
            <a:extLst xmlns:a="http://schemas.openxmlformats.org/drawingml/2006/main">
              <a:ext uri="{FF2B5EF4-FFF2-40B4-BE49-F238E27FC236}">
                <a16:creationId xmlns:a16="http://schemas.microsoft.com/office/drawing/2014/main" id="{A44CE05F-D19F-44C0-9232-17EA94BEE0AC}"/>
              </a:ext>
            </a:extLst>
          </p:cNvPr>
          <p:cNvSpPr>
            <a:spLocks xmlns:a="http://schemas.openxmlformats.org/drawingml/2006/main" noGrp="1"/>
          </p:cNvSpPr>
          <p:nvPr/>
        </p:nvSpPr>
        <p:spPr>
          <a:xfrm xmlns:a="http://schemas.openxmlformats.org/drawingml/2006/main">
            <a:off x="762000" y="21907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01</a:t>
            </a:r>
          </a:p>
        </p:txBody>
      </p:sp>
      <p:sp>
        <p:nvSpPr>
          <p:cNvPr id="9" name="">
            <a:extLst xmlns:a="http://schemas.openxmlformats.org/drawingml/2006/main">
              <a:ext uri="{FF2B5EF4-FFF2-40B4-BE49-F238E27FC236}">
                <a16:creationId xmlns:a16="http://schemas.microsoft.com/office/drawing/2014/main" id="{DA40A055-FEE9-4CF0-935E-1AE62126466F}"/>
              </a:ext>
            </a:extLst>
          </p:cNvPr>
          <p:cNvSpPr>
            <a:spLocks xmlns:a="http://schemas.openxmlformats.org/drawingml/2006/main" noGrp="1"/>
          </p:cNvSpPr>
          <p:nvPr/>
        </p:nvSpPr>
        <p:spPr>
          <a:xfrm xmlns:a="http://schemas.openxmlformats.org/drawingml/2006/main">
            <a:off x="762000" y="25146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체험 검색</a:t>
            </a:r>
          </a:p>
        </p:txBody>
      </p:sp>
      <p:sp>
        <p:nvSpPr>
          <p:cNvPr id="10" name="">
            <a:extLst xmlns:a="http://schemas.openxmlformats.org/drawingml/2006/main">
              <a:ext uri="{FF2B5EF4-FFF2-40B4-BE49-F238E27FC236}">
                <a16:creationId xmlns:a16="http://schemas.microsoft.com/office/drawing/2014/main" id="{30D90136-B942-486C-BF7E-99F8E5746814}"/>
              </a:ext>
            </a:extLst>
          </p:cNvPr>
          <p:cNvSpPr>
            <a:spLocks xmlns:a="http://schemas.openxmlformats.org/drawingml/2006/main" noGrp="1"/>
          </p:cNvSpPr>
          <p:nvPr/>
        </p:nvSpPr>
        <p:spPr>
          <a:xfrm xmlns:a="http://schemas.openxmlformats.org/drawingml/2006/main">
            <a:off x="3009900" y="23241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9B9A"/>
                </a:solidFill>
                <a:latin typeface="Malgun Gothic"/>
                <a:ea typeface="Malgun Gothic"/>
                <a:cs typeface="Malgun Gothic"/>
              </a:defRPr>
            </a:defPPr>
            <a:lvl1pPr algn="l">
              <a:defRPr sz="1875" b="1">
                <a:solidFill>
                  <a:srgbClr val="129B9A"/>
                </a:solidFill>
                <a:latin typeface="Malgun Gothic"/>
                <a:ea typeface="Malgun Gothic"/>
                <a:cs typeface="Malgun Gothic"/>
              </a:defRPr>
            </a:lvl1pPr>
            <a:lvl2pPr algn="l">
              <a:defRPr sz="1875" b="1">
                <a:solidFill>
                  <a:srgbClr val="129B9A"/>
                </a:solidFill>
                <a:latin typeface="Malgun Gothic"/>
                <a:ea typeface="Malgun Gothic"/>
                <a:cs typeface="Malgun Gothic"/>
              </a:defRPr>
            </a:lvl2pPr>
            <a:lvl3pPr algn="l">
              <a:defRPr sz="1875" b="1">
                <a:solidFill>
                  <a:srgbClr val="129B9A"/>
                </a:solidFill>
                <a:latin typeface="Malgun Gothic"/>
                <a:ea typeface="Malgun Gothic"/>
                <a:cs typeface="Malgun Gothic"/>
              </a:defRPr>
            </a:lvl3pPr>
            <a:lvl4pPr algn="l">
              <a:defRPr sz="1875" b="1">
                <a:solidFill>
                  <a:srgbClr val="129B9A"/>
                </a:solidFill>
                <a:latin typeface="Malgun Gothic"/>
                <a:ea typeface="Malgun Gothic"/>
                <a:cs typeface="Malgun Gothic"/>
              </a:defRPr>
            </a:lvl4pPr>
            <a:lvl5pPr algn="l">
              <a:defRPr sz="1875" b="1">
                <a:solidFill>
                  <a:srgbClr val="129B9A"/>
                </a:solidFill>
                <a:latin typeface="Malgun Gothic"/>
                <a:ea typeface="Malgun Gothic"/>
                <a:cs typeface="Malgun Gothic"/>
              </a:defRPr>
            </a:lvl5pPr>
            <a:lvl6pPr algn="l">
              <a:defRPr sz="1875" b="1">
                <a:solidFill>
                  <a:srgbClr val="129B9A"/>
                </a:solidFill>
                <a:latin typeface="Malgun Gothic"/>
                <a:ea typeface="Malgun Gothic"/>
                <a:cs typeface="Malgun Gothic"/>
              </a:defRPr>
            </a:lvl6pPr>
            <a:lvl7pPr algn="l">
              <a:defRPr sz="1875" b="1">
                <a:solidFill>
                  <a:srgbClr val="129B9A"/>
                </a:solidFill>
                <a:latin typeface="Malgun Gothic"/>
                <a:ea typeface="Malgun Gothic"/>
                <a:cs typeface="Malgun Gothic"/>
              </a:defRPr>
            </a:lvl7pPr>
            <a:lvl8pPr algn="l">
              <a:defRPr sz="1875" b="1">
                <a:solidFill>
                  <a:srgbClr val="129B9A"/>
                </a:solidFill>
                <a:latin typeface="Malgun Gothic"/>
                <a:ea typeface="Malgun Gothic"/>
                <a:cs typeface="Malgun Gothic"/>
              </a:defRPr>
            </a:lvl8pPr>
            <a:lvl9pPr algn="l">
              <a:defRPr sz="1875" b="1">
                <a:solidFill>
                  <a:srgbClr val="129B9A"/>
                </a:solidFill>
                <a:latin typeface="Malgun Gothic"/>
                <a:ea typeface="Malgun Gothic"/>
                <a:cs typeface="Malgun Gothic"/>
              </a:defRPr>
            </a:lvl9pPr>
          </a:lstStyle>
          <a:p xmlns:a="http://schemas.openxmlformats.org/drawingml/2006/main">
            <a:pPr algn="l">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0E7C81DA-F26C-422A-8391-BF9222C04218}"/>
              </a:ext>
            </a:extLst>
          </p:cNvPr>
          <p:cNvSpPr>
            <a:spLocks xmlns:a="http://schemas.openxmlformats.org/drawingml/2006/main" noGrp="1"/>
          </p:cNvSpPr>
          <p:nvPr/>
        </p:nvSpPr>
        <p:spPr>
          <a:xfrm xmlns:a="http://schemas.openxmlformats.org/drawingml/2006/main">
            <a:off x="3333750" y="2057400"/>
            <a:ext cx="23431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CE5EA"/>
            </a:solidFill>
            <a:prstDash val="solid"/>
          </a:ln>
        </p:spPr>
      </p:sp>
      <p:sp>
        <p:nvSpPr>
          <p:cNvPr id="12" name="">
            <a:extLst xmlns:a="http://schemas.openxmlformats.org/drawingml/2006/main">
              <a:ext uri="{FF2B5EF4-FFF2-40B4-BE49-F238E27FC236}">
                <a16:creationId xmlns:a16="http://schemas.microsoft.com/office/drawing/2014/main" id="{14032803-D0DD-4655-AEAA-41E28277D0E8}"/>
              </a:ext>
            </a:extLst>
          </p:cNvPr>
          <p:cNvSpPr>
            <a:spLocks xmlns:a="http://schemas.openxmlformats.org/drawingml/2006/main" noGrp="1"/>
          </p:cNvSpPr>
          <p:nvPr/>
        </p:nvSpPr>
        <p:spPr>
          <a:xfrm xmlns:a="http://schemas.openxmlformats.org/drawingml/2006/main">
            <a:off x="3486150" y="21907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02</a:t>
            </a:r>
          </a:p>
        </p:txBody>
      </p:sp>
      <p:sp>
        <p:nvSpPr>
          <p:cNvPr id="13" name="">
            <a:extLst xmlns:a="http://schemas.openxmlformats.org/drawingml/2006/main">
              <a:ext uri="{FF2B5EF4-FFF2-40B4-BE49-F238E27FC236}">
                <a16:creationId xmlns:a16="http://schemas.microsoft.com/office/drawing/2014/main" id="{BF088D7F-73B0-4FF5-AF46-402D0755F9FA}"/>
              </a:ext>
            </a:extLst>
          </p:cNvPr>
          <p:cNvSpPr>
            <a:spLocks xmlns:a="http://schemas.openxmlformats.org/drawingml/2006/main" noGrp="1"/>
          </p:cNvSpPr>
          <p:nvPr/>
        </p:nvSpPr>
        <p:spPr>
          <a:xfrm xmlns:a="http://schemas.openxmlformats.org/drawingml/2006/main">
            <a:off x="3486150" y="25146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상세·호스트 확인</a:t>
            </a:r>
          </a:p>
        </p:txBody>
      </p:sp>
      <p:sp>
        <p:nvSpPr>
          <p:cNvPr id="14" name="">
            <a:extLst xmlns:a="http://schemas.openxmlformats.org/drawingml/2006/main">
              <a:ext uri="{FF2B5EF4-FFF2-40B4-BE49-F238E27FC236}">
                <a16:creationId xmlns:a16="http://schemas.microsoft.com/office/drawing/2014/main" id="{BC55F887-417B-4B28-93C7-B4AC68228AFB}"/>
              </a:ext>
            </a:extLst>
          </p:cNvPr>
          <p:cNvSpPr>
            <a:spLocks xmlns:a="http://schemas.openxmlformats.org/drawingml/2006/main" noGrp="1"/>
          </p:cNvSpPr>
          <p:nvPr/>
        </p:nvSpPr>
        <p:spPr>
          <a:xfrm xmlns:a="http://schemas.openxmlformats.org/drawingml/2006/main">
            <a:off x="5734050" y="23241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9B9A"/>
                </a:solidFill>
                <a:latin typeface="Malgun Gothic"/>
                <a:ea typeface="Malgun Gothic"/>
                <a:cs typeface="Malgun Gothic"/>
              </a:defRPr>
            </a:defPPr>
            <a:lvl1pPr algn="l">
              <a:defRPr sz="1875" b="1">
                <a:solidFill>
                  <a:srgbClr val="129B9A"/>
                </a:solidFill>
                <a:latin typeface="Malgun Gothic"/>
                <a:ea typeface="Malgun Gothic"/>
                <a:cs typeface="Malgun Gothic"/>
              </a:defRPr>
            </a:lvl1pPr>
            <a:lvl2pPr algn="l">
              <a:defRPr sz="1875" b="1">
                <a:solidFill>
                  <a:srgbClr val="129B9A"/>
                </a:solidFill>
                <a:latin typeface="Malgun Gothic"/>
                <a:ea typeface="Malgun Gothic"/>
                <a:cs typeface="Malgun Gothic"/>
              </a:defRPr>
            </a:lvl2pPr>
            <a:lvl3pPr algn="l">
              <a:defRPr sz="1875" b="1">
                <a:solidFill>
                  <a:srgbClr val="129B9A"/>
                </a:solidFill>
                <a:latin typeface="Malgun Gothic"/>
                <a:ea typeface="Malgun Gothic"/>
                <a:cs typeface="Malgun Gothic"/>
              </a:defRPr>
            </a:lvl3pPr>
            <a:lvl4pPr algn="l">
              <a:defRPr sz="1875" b="1">
                <a:solidFill>
                  <a:srgbClr val="129B9A"/>
                </a:solidFill>
                <a:latin typeface="Malgun Gothic"/>
                <a:ea typeface="Malgun Gothic"/>
                <a:cs typeface="Malgun Gothic"/>
              </a:defRPr>
            </a:lvl4pPr>
            <a:lvl5pPr algn="l">
              <a:defRPr sz="1875" b="1">
                <a:solidFill>
                  <a:srgbClr val="129B9A"/>
                </a:solidFill>
                <a:latin typeface="Malgun Gothic"/>
                <a:ea typeface="Malgun Gothic"/>
                <a:cs typeface="Malgun Gothic"/>
              </a:defRPr>
            </a:lvl5pPr>
            <a:lvl6pPr algn="l">
              <a:defRPr sz="1875" b="1">
                <a:solidFill>
                  <a:srgbClr val="129B9A"/>
                </a:solidFill>
                <a:latin typeface="Malgun Gothic"/>
                <a:ea typeface="Malgun Gothic"/>
                <a:cs typeface="Malgun Gothic"/>
              </a:defRPr>
            </a:lvl6pPr>
            <a:lvl7pPr algn="l">
              <a:defRPr sz="1875" b="1">
                <a:solidFill>
                  <a:srgbClr val="129B9A"/>
                </a:solidFill>
                <a:latin typeface="Malgun Gothic"/>
                <a:ea typeface="Malgun Gothic"/>
                <a:cs typeface="Malgun Gothic"/>
              </a:defRPr>
            </a:lvl7pPr>
            <a:lvl8pPr algn="l">
              <a:defRPr sz="1875" b="1">
                <a:solidFill>
                  <a:srgbClr val="129B9A"/>
                </a:solidFill>
                <a:latin typeface="Malgun Gothic"/>
                <a:ea typeface="Malgun Gothic"/>
                <a:cs typeface="Malgun Gothic"/>
              </a:defRPr>
            </a:lvl8pPr>
            <a:lvl9pPr algn="l">
              <a:defRPr sz="1875" b="1">
                <a:solidFill>
                  <a:srgbClr val="129B9A"/>
                </a:solidFill>
                <a:latin typeface="Malgun Gothic"/>
                <a:ea typeface="Malgun Gothic"/>
                <a:cs typeface="Malgun Gothic"/>
              </a:defRPr>
            </a:lvl9pPr>
          </a:lstStyle>
          <a:p xmlns:a="http://schemas.openxmlformats.org/drawingml/2006/main">
            <a:pPr algn="l">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FA258B24-EA2D-4017-955A-3145BBBB8860}"/>
              </a:ext>
            </a:extLst>
          </p:cNvPr>
          <p:cNvSpPr>
            <a:spLocks xmlns:a="http://schemas.openxmlformats.org/drawingml/2006/main" noGrp="1"/>
          </p:cNvSpPr>
          <p:nvPr/>
        </p:nvSpPr>
        <p:spPr>
          <a:xfrm xmlns:a="http://schemas.openxmlformats.org/drawingml/2006/main">
            <a:off x="6057900" y="2057400"/>
            <a:ext cx="23431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CE5EA"/>
            </a:solidFill>
            <a:prstDash val="solid"/>
          </a:ln>
        </p:spPr>
      </p:sp>
      <p:sp>
        <p:nvSpPr>
          <p:cNvPr id="16" name="">
            <a:extLst xmlns:a="http://schemas.openxmlformats.org/drawingml/2006/main">
              <a:ext uri="{FF2B5EF4-FFF2-40B4-BE49-F238E27FC236}">
                <a16:creationId xmlns:a16="http://schemas.microsoft.com/office/drawing/2014/main" id="{00A7C9E2-DE65-4B1D-A482-03F3F72BF73C}"/>
              </a:ext>
            </a:extLst>
          </p:cNvPr>
          <p:cNvSpPr>
            <a:spLocks xmlns:a="http://schemas.openxmlformats.org/drawingml/2006/main" noGrp="1"/>
          </p:cNvSpPr>
          <p:nvPr/>
        </p:nvSpPr>
        <p:spPr>
          <a:xfrm xmlns:a="http://schemas.openxmlformats.org/drawingml/2006/main">
            <a:off x="6210300" y="21907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03</a:t>
            </a:r>
          </a:p>
        </p:txBody>
      </p:sp>
      <p:sp>
        <p:nvSpPr>
          <p:cNvPr id="17" name="">
            <a:extLst xmlns:a="http://schemas.openxmlformats.org/drawingml/2006/main">
              <a:ext uri="{FF2B5EF4-FFF2-40B4-BE49-F238E27FC236}">
                <a16:creationId xmlns:a16="http://schemas.microsoft.com/office/drawing/2014/main" id="{854AC551-EFF5-4232-9E9C-812642D6D161}"/>
              </a:ext>
            </a:extLst>
          </p:cNvPr>
          <p:cNvSpPr>
            <a:spLocks xmlns:a="http://schemas.openxmlformats.org/drawingml/2006/main" noGrp="1"/>
          </p:cNvSpPr>
          <p:nvPr/>
        </p:nvSpPr>
        <p:spPr>
          <a:xfrm xmlns:a="http://schemas.openxmlformats.org/drawingml/2006/main">
            <a:off x="6210300" y="25146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회차 선택</a:t>
            </a:r>
          </a:p>
        </p:txBody>
      </p:sp>
      <p:sp>
        <p:nvSpPr>
          <p:cNvPr id="18" name="">
            <a:extLst xmlns:a="http://schemas.openxmlformats.org/drawingml/2006/main">
              <a:ext uri="{FF2B5EF4-FFF2-40B4-BE49-F238E27FC236}">
                <a16:creationId xmlns:a16="http://schemas.microsoft.com/office/drawing/2014/main" id="{3D6644BA-CF7E-48C4-9246-FAB878091D94}"/>
              </a:ext>
            </a:extLst>
          </p:cNvPr>
          <p:cNvSpPr>
            <a:spLocks xmlns:a="http://schemas.openxmlformats.org/drawingml/2006/main" noGrp="1"/>
          </p:cNvSpPr>
          <p:nvPr/>
        </p:nvSpPr>
        <p:spPr>
          <a:xfrm xmlns:a="http://schemas.openxmlformats.org/drawingml/2006/main">
            <a:off x="8458200" y="23241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9B9A"/>
                </a:solidFill>
                <a:latin typeface="Malgun Gothic"/>
                <a:ea typeface="Malgun Gothic"/>
                <a:cs typeface="Malgun Gothic"/>
              </a:defRPr>
            </a:defPPr>
            <a:lvl1pPr algn="l">
              <a:defRPr sz="1875" b="1">
                <a:solidFill>
                  <a:srgbClr val="129B9A"/>
                </a:solidFill>
                <a:latin typeface="Malgun Gothic"/>
                <a:ea typeface="Malgun Gothic"/>
                <a:cs typeface="Malgun Gothic"/>
              </a:defRPr>
            </a:lvl1pPr>
            <a:lvl2pPr algn="l">
              <a:defRPr sz="1875" b="1">
                <a:solidFill>
                  <a:srgbClr val="129B9A"/>
                </a:solidFill>
                <a:latin typeface="Malgun Gothic"/>
                <a:ea typeface="Malgun Gothic"/>
                <a:cs typeface="Malgun Gothic"/>
              </a:defRPr>
            </a:lvl2pPr>
            <a:lvl3pPr algn="l">
              <a:defRPr sz="1875" b="1">
                <a:solidFill>
                  <a:srgbClr val="129B9A"/>
                </a:solidFill>
                <a:latin typeface="Malgun Gothic"/>
                <a:ea typeface="Malgun Gothic"/>
                <a:cs typeface="Malgun Gothic"/>
              </a:defRPr>
            </a:lvl3pPr>
            <a:lvl4pPr algn="l">
              <a:defRPr sz="1875" b="1">
                <a:solidFill>
                  <a:srgbClr val="129B9A"/>
                </a:solidFill>
                <a:latin typeface="Malgun Gothic"/>
                <a:ea typeface="Malgun Gothic"/>
                <a:cs typeface="Malgun Gothic"/>
              </a:defRPr>
            </a:lvl4pPr>
            <a:lvl5pPr algn="l">
              <a:defRPr sz="1875" b="1">
                <a:solidFill>
                  <a:srgbClr val="129B9A"/>
                </a:solidFill>
                <a:latin typeface="Malgun Gothic"/>
                <a:ea typeface="Malgun Gothic"/>
                <a:cs typeface="Malgun Gothic"/>
              </a:defRPr>
            </a:lvl5pPr>
            <a:lvl6pPr algn="l">
              <a:defRPr sz="1875" b="1">
                <a:solidFill>
                  <a:srgbClr val="129B9A"/>
                </a:solidFill>
                <a:latin typeface="Malgun Gothic"/>
                <a:ea typeface="Malgun Gothic"/>
                <a:cs typeface="Malgun Gothic"/>
              </a:defRPr>
            </a:lvl6pPr>
            <a:lvl7pPr algn="l">
              <a:defRPr sz="1875" b="1">
                <a:solidFill>
                  <a:srgbClr val="129B9A"/>
                </a:solidFill>
                <a:latin typeface="Malgun Gothic"/>
                <a:ea typeface="Malgun Gothic"/>
                <a:cs typeface="Malgun Gothic"/>
              </a:defRPr>
            </a:lvl7pPr>
            <a:lvl8pPr algn="l">
              <a:defRPr sz="1875" b="1">
                <a:solidFill>
                  <a:srgbClr val="129B9A"/>
                </a:solidFill>
                <a:latin typeface="Malgun Gothic"/>
                <a:ea typeface="Malgun Gothic"/>
                <a:cs typeface="Malgun Gothic"/>
              </a:defRPr>
            </a:lvl8pPr>
            <a:lvl9pPr algn="l">
              <a:defRPr sz="1875" b="1">
                <a:solidFill>
                  <a:srgbClr val="129B9A"/>
                </a:solidFill>
                <a:latin typeface="Malgun Gothic"/>
                <a:ea typeface="Malgun Gothic"/>
                <a:cs typeface="Malgun Gothic"/>
              </a:defRPr>
            </a:lvl9pPr>
          </a:lstStyle>
          <a:p xmlns:a="http://schemas.openxmlformats.org/drawingml/2006/main">
            <a:pPr algn="l">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19" name="">
            <a:extLst xmlns:a="http://schemas.openxmlformats.org/drawingml/2006/main">
              <a:ext uri="{FF2B5EF4-FFF2-40B4-BE49-F238E27FC236}">
                <a16:creationId xmlns:a16="http://schemas.microsoft.com/office/drawing/2014/main" id="{60C6DEC2-45D9-4CC4-925F-0E272DF231E0}"/>
              </a:ext>
            </a:extLst>
          </p:cNvPr>
          <p:cNvSpPr>
            <a:spLocks xmlns:a="http://schemas.openxmlformats.org/drawingml/2006/main" noGrp="1"/>
          </p:cNvSpPr>
          <p:nvPr/>
        </p:nvSpPr>
        <p:spPr>
          <a:xfrm xmlns:a="http://schemas.openxmlformats.org/drawingml/2006/main">
            <a:off x="8782050" y="2057400"/>
            <a:ext cx="2343150" cy="838200"/>
          </a:xfrm>
          <a:prstGeom xmlns:a="http://schemas.openxmlformats.org/drawingml/2006/main" prst="roundRect">
            <a:avLst>
              <a:gd name="adj" fmla="val 15909"/>
            </a:avLst>
          </a:prstGeom>
          <a:solidFill xmlns:a="http://schemas.openxmlformats.org/drawingml/2006/main">
            <a:srgbClr val="E6F4F2"/>
          </a:solidFill>
          <a:ln xmlns:a="http://schemas.openxmlformats.org/drawingml/2006/main" w="9525">
            <a:solidFill>
              <a:srgbClr val="DCE5EA"/>
            </a:solidFill>
            <a:prstDash val="solid"/>
          </a:ln>
        </p:spPr>
      </p:sp>
      <p:sp>
        <p:nvSpPr>
          <p:cNvPr id="20" name="">
            <a:extLst xmlns:a="http://schemas.openxmlformats.org/drawingml/2006/main">
              <a:ext uri="{FF2B5EF4-FFF2-40B4-BE49-F238E27FC236}">
                <a16:creationId xmlns:a16="http://schemas.microsoft.com/office/drawing/2014/main" id="{0CD27BD3-D776-47FB-9141-A9E82DFBA8E1}"/>
              </a:ext>
            </a:extLst>
          </p:cNvPr>
          <p:cNvSpPr>
            <a:spLocks xmlns:a="http://schemas.openxmlformats.org/drawingml/2006/main" noGrp="1"/>
          </p:cNvSpPr>
          <p:nvPr/>
        </p:nvSpPr>
        <p:spPr>
          <a:xfrm xmlns:a="http://schemas.openxmlformats.org/drawingml/2006/main">
            <a:off x="8934450" y="21907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04</a:t>
            </a:r>
          </a:p>
        </p:txBody>
      </p:sp>
      <p:sp>
        <p:nvSpPr>
          <p:cNvPr id="21" name="">
            <a:extLst xmlns:a="http://schemas.openxmlformats.org/drawingml/2006/main">
              <a:ext uri="{FF2B5EF4-FFF2-40B4-BE49-F238E27FC236}">
                <a16:creationId xmlns:a16="http://schemas.microsoft.com/office/drawing/2014/main" id="{FA260487-823C-4BD1-853B-B3507AD78019}"/>
              </a:ext>
            </a:extLst>
          </p:cNvPr>
          <p:cNvSpPr>
            <a:spLocks xmlns:a="http://schemas.openxmlformats.org/drawingml/2006/main" noGrp="1"/>
          </p:cNvSpPr>
          <p:nvPr/>
        </p:nvSpPr>
        <p:spPr>
          <a:xfrm xmlns:a="http://schemas.openxmlformats.org/drawingml/2006/main">
            <a:off x="8934450" y="25146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신청·접수</a:t>
            </a:r>
          </a:p>
        </p:txBody>
      </p:sp>
      <p:sp>
        <p:nvSpPr>
          <p:cNvPr id="22" name="">
            <a:extLst xmlns:a="http://schemas.openxmlformats.org/drawingml/2006/main">
              <a:ext uri="{FF2B5EF4-FFF2-40B4-BE49-F238E27FC236}">
                <a16:creationId xmlns:a16="http://schemas.microsoft.com/office/drawing/2014/main" id="{3977A10E-43F0-4D21-B4D0-1F491F635B76}"/>
              </a:ext>
            </a:extLst>
          </p:cNvPr>
          <p:cNvSpPr>
            <a:spLocks xmlns:a="http://schemas.openxmlformats.org/drawingml/2006/main" noGrp="1"/>
          </p:cNvSpPr>
          <p:nvPr/>
        </p:nvSpPr>
        <p:spPr>
          <a:xfrm xmlns:a="http://schemas.openxmlformats.org/drawingml/2006/main">
            <a:off x="609600" y="32385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29B9A"/>
                </a:solidFill>
                <a:latin typeface="Malgun Gothic"/>
                <a:ea typeface="Malgun Gothic"/>
                <a:cs typeface="Malgun Gothic"/>
              </a:defRPr>
            </a:defPPr>
            <a:lvl1pPr algn="l">
              <a:defRPr sz="1350" b="1">
                <a:solidFill>
                  <a:srgbClr val="129B9A"/>
                </a:solidFill>
                <a:latin typeface="Malgun Gothic"/>
                <a:ea typeface="Malgun Gothic"/>
                <a:cs typeface="Malgun Gothic"/>
              </a:defRPr>
            </a:lvl1pPr>
            <a:lvl2pPr algn="l">
              <a:defRPr sz="1350" b="1">
                <a:solidFill>
                  <a:srgbClr val="129B9A"/>
                </a:solidFill>
                <a:latin typeface="Malgun Gothic"/>
                <a:ea typeface="Malgun Gothic"/>
                <a:cs typeface="Malgun Gothic"/>
              </a:defRPr>
            </a:lvl2pPr>
            <a:lvl3pPr algn="l">
              <a:defRPr sz="1350" b="1">
                <a:solidFill>
                  <a:srgbClr val="129B9A"/>
                </a:solidFill>
                <a:latin typeface="Malgun Gothic"/>
                <a:ea typeface="Malgun Gothic"/>
                <a:cs typeface="Malgun Gothic"/>
              </a:defRPr>
            </a:lvl3pPr>
            <a:lvl4pPr algn="l">
              <a:defRPr sz="1350" b="1">
                <a:solidFill>
                  <a:srgbClr val="129B9A"/>
                </a:solidFill>
                <a:latin typeface="Malgun Gothic"/>
                <a:ea typeface="Malgun Gothic"/>
                <a:cs typeface="Malgun Gothic"/>
              </a:defRPr>
            </a:lvl4pPr>
            <a:lvl5pPr algn="l">
              <a:defRPr sz="1350" b="1">
                <a:solidFill>
                  <a:srgbClr val="129B9A"/>
                </a:solidFill>
                <a:latin typeface="Malgun Gothic"/>
                <a:ea typeface="Malgun Gothic"/>
                <a:cs typeface="Malgun Gothic"/>
              </a:defRPr>
            </a:lvl5pPr>
            <a:lvl6pPr algn="l">
              <a:defRPr sz="1350" b="1">
                <a:solidFill>
                  <a:srgbClr val="129B9A"/>
                </a:solidFill>
                <a:latin typeface="Malgun Gothic"/>
                <a:ea typeface="Malgun Gothic"/>
                <a:cs typeface="Malgun Gothic"/>
              </a:defRPr>
            </a:lvl6pPr>
            <a:lvl7pPr algn="l">
              <a:defRPr sz="1350" b="1">
                <a:solidFill>
                  <a:srgbClr val="129B9A"/>
                </a:solidFill>
                <a:latin typeface="Malgun Gothic"/>
                <a:ea typeface="Malgun Gothic"/>
                <a:cs typeface="Malgun Gothic"/>
              </a:defRPr>
            </a:lvl7pPr>
            <a:lvl8pPr algn="l">
              <a:defRPr sz="1350" b="1">
                <a:solidFill>
                  <a:srgbClr val="129B9A"/>
                </a:solidFill>
                <a:latin typeface="Malgun Gothic"/>
                <a:ea typeface="Malgun Gothic"/>
                <a:cs typeface="Malgun Gothic"/>
              </a:defRPr>
            </a:lvl8pPr>
            <a:lvl9pPr algn="l">
              <a:defRPr sz="1350" b="1">
                <a:solidFill>
                  <a:srgbClr val="129B9A"/>
                </a:solidFill>
                <a:latin typeface="Malgun Gothic"/>
                <a:ea typeface="Malgun Gothic"/>
                <a:cs typeface="Malgun Gothic"/>
              </a:defRPr>
            </a:lvl9pPr>
          </a:lstStyle>
          <a:p xmlns:a="http://schemas.openxmlformats.org/drawingml/2006/main">
            <a:pPr algn="l">
              <a:defRPr sz="1350" b="1">
                <a:solidFill>
                  <a:srgbClr val="129B9A"/>
                </a:solidFill>
                <a:latin typeface="Malgun Gothic"/>
                <a:ea typeface="Malgun Gothic"/>
                <a:cs typeface="Malgun Gothic"/>
              </a:defRPr>
            </a:pPr>
            <a:r>
              <a:rPr sz="1350" b="1">
                <a:solidFill>
                  <a:srgbClr val="129B9A"/>
                </a:solidFill>
                <a:latin typeface="Malgun Gothic"/>
                <a:ea typeface="Malgun Gothic"/>
                <a:cs typeface="Malgun Gothic"/>
              </a:rPr>
              <a:t>호스트</a:t>
            </a:r>
          </a:p>
        </p:txBody>
      </p:sp>
      <p:sp>
        <p:nvSpPr>
          <p:cNvPr id="23" name="">
            <a:extLst xmlns:a="http://schemas.openxmlformats.org/drawingml/2006/main">
              <a:ext uri="{FF2B5EF4-FFF2-40B4-BE49-F238E27FC236}">
                <a16:creationId xmlns:a16="http://schemas.microsoft.com/office/drawing/2014/main" id="{7EF79999-162C-46F7-81D0-0028D62BDE40}"/>
              </a:ext>
            </a:extLst>
          </p:cNvPr>
          <p:cNvSpPr>
            <a:spLocks xmlns:a="http://schemas.openxmlformats.org/drawingml/2006/main" noGrp="1"/>
          </p:cNvSpPr>
          <p:nvPr/>
        </p:nvSpPr>
        <p:spPr>
          <a:xfrm xmlns:a="http://schemas.openxmlformats.org/drawingml/2006/main">
            <a:off x="609600" y="3629025"/>
            <a:ext cx="23431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CE5EA"/>
            </a:solidFill>
            <a:prstDash val="solid"/>
          </a:ln>
        </p:spPr>
      </p:sp>
      <p:sp>
        <p:nvSpPr>
          <p:cNvPr id="24" name="">
            <a:extLst xmlns:a="http://schemas.openxmlformats.org/drawingml/2006/main">
              <a:ext uri="{FF2B5EF4-FFF2-40B4-BE49-F238E27FC236}">
                <a16:creationId xmlns:a16="http://schemas.microsoft.com/office/drawing/2014/main" id="{AA99AEAE-200A-41E6-B793-7D19B8DEE92C}"/>
              </a:ext>
            </a:extLst>
          </p:cNvPr>
          <p:cNvSpPr>
            <a:spLocks xmlns:a="http://schemas.openxmlformats.org/drawingml/2006/main" noGrp="1"/>
          </p:cNvSpPr>
          <p:nvPr/>
        </p:nvSpPr>
        <p:spPr>
          <a:xfrm xmlns:a="http://schemas.openxmlformats.org/drawingml/2006/main">
            <a:off x="762000" y="3762375"/>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01</a:t>
            </a:r>
          </a:p>
        </p:txBody>
      </p:sp>
      <p:sp>
        <p:nvSpPr>
          <p:cNvPr id="25" name="">
            <a:extLst xmlns:a="http://schemas.openxmlformats.org/drawingml/2006/main">
              <a:ext uri="{FF2B5EF4-FFF2-40B4-BE49-F238E27FC236}">
                <a16:creationId xmlns:a16="http://schemas.microsoft.com/office/drawing/2014/main" id="{2B8A1083-93F5-4D5E-A9CC-5E719F8762E8}"/>
              </a:ext>
            </a:extLst>
          </p:cNvPr>
          <p:cNvSpPr>
            <a:spLocks xmlns:a="http://schemas.openxmlformats.org/drawingml/2006/main" noGrp="1"/>
          </p:cNvSpPr>
          <p:nvPr/>
        </p:nvSpPr>
        <p:spPr>
          <a:xfrm xmlns:a="http://schemas.openxmlformats.org/drawingml/2006/main">
            <a:off x="762000" y="4086225"/>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로그인·내 체험</a:t>
            </a:r>
          </a:p>
        </p:txBody>
      </p:sp>
      <p:sp>
        <p:nvSpPr>
          <p:cNvPr id="26" name="">
            <a:extLst xmlns:a="http://schemas.openxmlformats.org/drawingml/2006/main">
              <a:ext uri="{FF2B5EF4-FFF2-40B4-BE49-F238E27FC236}">
                <a16:creationId xmlns:a16="http://schemas.microsoft.com/office/drawing/2014/main" id="{B36370EA-D705-432A-8FA2-D7FE71203FA7}"/>
              </a:ext>
            </a:extLst>
          </p:cNvPr>
          <p:cNvSpPr>
            <a:spLocks xmlns:a="http://schemas.openxmlformats.org/drawingml/2006/main" noGrp="1"/>
          </p:cNvSpPr>
          <p:nvPr/>
        </p:nvSpPr>
        <p:spPr>
          <a:xfrm xmlns:a="http://schemas.openxmlformats.org/drawingml/2006/main">
            <a:off x="3009900" y="3895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9B9A"/>
                </a:solidFill>
                <a:latin typeface="Malgun Gothic"/>
                <a:ea typeface="Malgun Gothic"/>
                <a:cs typeface="Malgun Gothic"/>
              </a:defRPr>
            </a:defPPr>
            <a:lvl1pPr algn="l">
              <a:defRPr sz="1875" b="1">
                <a:solidFill>
                  <a:srgbClr val="129B9A"/>
                </a:solidFill>
                <a:latin typeface="Malgun Gothic"/>
                <a:ea typeface="Malgun Gothic"/>
                <a:cs typeface="Malgun Gothic"/>
              </a:defRPr>
            </a:lvl1pPr>
            <a:lvl2pPr algn="l">
              <a:defRPr sz="1875" b="1">
                <a:solidFill>
                  <a:srgbClr val="129B9A"/>
                </a:solidFill>
                <a:latin typeface="Malgun Gothic"/>
                <a:ea typeface="Malgun Gothic"/>
                <a:cs typeface="Malgun Gothic"/>
              </a:defRPr>
            </a:lvl2pPr>
            <a:lvl3pPr algn="l">
              <a:defRPr sz="1875" b="1">
                <a:solidFill>
                  <a:srgbClr val="129B9A"/>
                </a:solidFill>
                <a:latin typeface="Malgun Gothic"/>
                <a:ea typeface="Malgun Gothic"/>
                <a:cs typeface="Malgun Gothic"/>
              </a:defRPr>
            </a:lvl3pPr>
            <a:lvl4pPr algn="l">
              <a:defRPr sz="1875" b="1">
                <a:solidFill>
                  <a:srgbClr val="129B9A"/>
                </a:solidFill>
                <a:latin typeface="Malgun Gothic"/>
                <a:ea typeface="Malgun Gothic"/>
                <a:cs typeface="Malgun Gothic"/>
              </a:defRPr>
            </a:lvl4pPr>
            <a:lvl5pPr algn="l">
              <a:defRPr sz="1875" b="1">
                <a:solidFill>
                  <a:srgbClr val="129B9A"/>
                </a:solidFill>
                <a:latin typeface="Malgun Gothic"/>
                <a:ea typeface="Malgun Gothic"/>
                <a:cs typeface="Malgun Gothic"/>
              </a:defRPr>
            </a:lvl5pPr>
            <a:lvl6pPr algn="l">
              <a:defRPr sz="1875" b="1">
                <a:solidFill>
                  <a:srgbClr val="129B9A"/>
                </a:solidFill>
                <a:latin typeface="Malgun Gothic"/>
                <a:ea typeface="Malgun Gothic"/>
                <a:cs typeface="Malgun Gothic"/>
              </a:defRPr>
            </a:lvl6pPr>
            <a:lvl7pPr algn="l">
              <a:defRPr sz="1875" b="1">
                <a:solidFill>
                  <a:srgbClr val="129B9A"/>
                </a:solidFill>
                <a:latin typeface="Malgun Gothic"/>
                <a:ea typeface="Malgun Gothic"/>
                <a:cs typeface="Malgun Gothic"/>
              </a:defRPr>
            </a:lvl7pPr>
            <a:lvl8pPr algn="l">
              <a:defRPr sz="1875" b="1">
                <a:solidFill>
                  <a:srgbClr val="129B9A"/>
                </a:solidFill>
                <a:latin typeface="Malgun Gothic"/>
                <a:ea typeface="Malgun Gothic"/>
                <a:cs typeface="Malgun Gothic"/>
              </a:defRPr>
            </a:lvl8pPr>
            <a:lvl9pPr algn="l">
              <a:defRPr sz="1875" b="1">
                <a:solidFill>
                  <a:srgbClr val="129B9A"/>
                </a:solidFill>
                <a:latin typeface="Malgun Gothic"/>
                <a:ea typeface="Malgun Gothic"/>
                <a:cs typeface="Malgun Gothic"/>
              </a:defRPr>
            </a:lvl9pPr>
          </a:lstStyle>
          <a:p xmlns:a="http://schemas.openxmlformats.org/drawingml/2006/main">
            <a:pPr algn="l">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27" name="">
            <a:extLst xmlns:a="http://schemas.openxmlformats.org/drawingml/2006/main">
              <a:ext uri="{FF2B5EF4-FFF2-40B4-BE49-F238E27FC236}">
                <a16:creationId xmlns:a16="http://schemas.microsoft.com/office/drawing/2014/main" id="{0F67ADEE-4C1D-4F1A-B202-988ABB6541B8}"/>
              </a:ext>
            </a:extLst>
          </p:cNvPr>
          <p:cNvSpPr>
            <a:spLocks xmlns:a="http://schemas.openxmlformats.org/drawingml/2006/main" noGrp="1"/>
          </p:cNvSpPr>
          <p:nvPr/>
        </p:nvSpPr>
        <p:spPr>
          <a:xfrm xmlns:a="http://schemas.openxmlformats.org/drawingml/2006/main">
            <a:off x="3333750" y="3629025"/>
            <a:ext cx="23431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CE5EA"/>
            </a:solidFill>
            <a:prstDash val="solid"/>
          </a:ln>
        </p:spPr>
      </p:sp>
      <p:sp>
        <p:nvSpPr>
          <p:cNvPr id="28" name="">
            <a:extLst xmlns:a="http://schemas.openxmlformats.org/drawingml/2006/main">
              <a:ext uri="{FF2B5EF4-FFF2-40B4-BE49-F238E27FC236}">
                <a16:creationId xmlns:a16="http://schemas.microsoft.com/office/drawing/2014/main" id="{612E0153-211E-4B03-8854-ECAF99E3445A}"/>
              </a:ext>
            </a:extLst>
          </p:cNvPr>
          <p:cNvSpPr>
            <a:spLocks xmlns:a="http://schemas.openxmlformats.org/drawingml/2006/main" noGrp="1"/>
          </p:cNvSpPr>
          <p:nvPr/>
        </p:nvSpPr>
        <p:spPr>
          <a:xfrm xmlns:a="http://schemas.openxmlformats.org/drawingml/2006/main">
            <a:off x="3486150" y="3762375"/>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02</a:t>
            </a:r>
          </a:p>
        </p:txBody>
      </p:sp>
      <p:sp>
        <p:nvSpPr>
          <p:cNvPr id="29" name="">
            <a:extLst xmlns:a="http://schemas.openxmlformats.org/drawingml/2006/main">
              <a:ext uri="{FF2B5EF4-FFF2-40B4-BE49-F238E27FC236}">
                <a16:creationId xmlns:a16="http://schemas.microsoft.com/office/drawing/2014/main" id="{02743D9B-A0FE-481D-BE40-13AF02E5F67C}"/>
              </a:ext>
            </a:extLst>
          </p:cNvPr>
          <p:cNvSpPr>
            <a:spLocks xmlns:a="http://schemas.openxmlformats.org/drawingml/2006/main" noGrp="1"/>
          </p:cNvSpPr>
          <p:nvPr/>
        </p:nvSpPr>
        <p:spPr>
          <a:xfrm xmlns:a="http://schemas.openxmlformats.org/drawingml/2006/main">
            <a:off x="3486150" y="4086225"/>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회차 운영</a:t>
            </a:r>
          </a:p>
        </p:txBody>
      </p:sp>
      <p:sp>
        <p:nvSpPr>
          <p:cNvPr id="30" name="">
            <a:extLst xmlns:a="http://schemas.openxmlformats.org/drawingml/2006/main">
              <a:ext uri="{FF2B5EF4-FFF2-40B4-BE49-F238E27FC236}">
                <a16:creationId xmlns:a16="http://schemas.microsoft.com/office/drawing/2014/main" id="{97928172-0229-4CEF-971C-903C4E1EEA8F}"/>
              </a:ext>
            </a:extLst>
          </p:cNvPr>
          <p:cNvSpPr>
            <a:spLocks xmlns:a="http://schemas.openxmlformats.org/drawingml/2006/main" noGrp="1"/>
          </p:cNvSpPr>
          <p:nvPr/>
        </p:nvSpPr>
        <p:spPr>
          <a:xfrm xmlns:a="http://schemas.openxmlformats.org/drawingml/2006/main">
            <a:off x="5734050" y="3895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9B9A"/>
                </a:solidFill>
                <a:latin typeface="Malgun Gothic"/>
                <a:ea typeface="Malgun Gothic"/>
                <a:cs typeface="Malgun Gothic"/>
              </a:defRPr>
            </a:defPPr>
            <a:lvl1pPr algn="l">
              <a:defRPr sz="1875" b="1">
                <a:solidFill>
                  <a:srgbClr val="129B9A"/>
                </a:solidFill>
                <a:latin typeface="Malgun Gothic"/>
                <a:ea typeface="Malgun Gothic"/>
                <a:cs typeface="Malgun Gothic"/>
              </a:defRPr>
            </a:lvl1pPr>
            <a:lvl2pPr algn="l">
              <a:defRPr sz="1875" b="1">
                <a:solidFill>
                  <a:srgbClr val="129B9A"/>
                </a:solidFill>
                <a:latin typeface="Malgun Gothic"/>
                <a:ea typeface="Malgun Gothic"/>
                <a:cs typeface="Malgun Gothic"/>
              </a:defRPr>
            </a:lvl2pPr>
            <a:lvl3pPr algn="l">
              <a:defRPr sz="1875" b="1">
                <a:solidFill>
                  <a:srgbClr val="129B9A"/>
                </a:solidFill>
                <a:latin typeface="Malgun Gothic"/>
                <a:ea typeface="Malgun Gothic"/>
                <a:cs typeface="Malgun Gothic"/>
              </a:defRPr>
            </a:lvl3pPr>
            <a:lvl4pPr algn="l">
              <a:defRPr sz="1875" b="1">
                <a:solidFill>
                  <a:srgbClr val="129B9A"/>
                </a:solidFill>
                <a:latin typeface="Malgun Gothic"/>
                <a:ea typeface="Malgun Gothic"/>
                <a:cs typeface="Malgun Gothic"/>
              </a:defRPr>
            </a:lvl4pPr>
            <a:lvl5pPr algn="l">
              <a:defRPr sz="1875" b="1">
                <a:solidFill>
                  <a:srgbClr val="129B9A"/>
                </a:solidFill>
                <a:latin typeface="Malgun Gothic"/>
                <a:ea typeface="Malgun Gothic"/>
                <a:cs typeface="Malgun Gothic"/>
              </a:defRPr>
            </a:lvl5pPr>
            <a:lvl6pPr algn="l">
              <a:defRPr sz="1875" b="1">
                <a:solidFill>
                  <a:srgbClr val="129B9A"/>
                </a:solidFill>
                <a:latin typeface="Malgun Gothic"/>
                <a:ea typeface="Malgun Gothic"/>
                <a:cs typeface="Malgun Gothic"/>
              </a:defRPr>
            </a:lvl6pPr>
            <a:lvl7pPr algn="l">
              <a:defRPr sz="1875" b="1">
                <a:solidFill>
                  <a:srgbClr val="129B9A"/>
                </a:solidFill>
                <a:latin typeface="Malgun Gothic"/>
                <a:ea typeface="Malgun Gothic"/>
                <a:cs typeface="Malgun Gothic"/>
              </a:defRPr>
            </a:lvl7pPr>
            <a:lvl8pPr algn="l">
              <a:defRPr sz="1875" b="1">
                <a:solidFill>
                  <a:srgbClr val="129B9A"/>
                </a:solidFill>
                <a:latin typeface="Malgun Gothic"/>
                <a:ea typeface="Malgun Gothic"/>
                <a:cs typeface="Malgun Gothic"/>
              </a:defRPr>
            </a:lvl8pPr>
            <a:lvl9pPr algn="l">
              <a:defRPr sz="1875" b="1">
                <a:solidFill>
                  <a:srgbClr val="129B9A"/>
                </a:solidFill>
                <a:latin typeface="Malgun Gothic"/>
                <a:ea typeface="Malgun Gothic"/>
                <a:cs typeface="Malgun Gothic"/>
              </a:defRPr>
            </a:lvl9pPr>
          </a:lstStyle>
          <a:p xmlns:a="http://schemas.openxmlformats.org/drawingml/2006/main">
            <a:pPr algn="l">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31" name="">
            <a:extLst xmlns:a="http://schemas.openxmlformats.org/drawingml/2006/main">
              <a:ext uri="{FF2B5EF4-FFF2-40B4-BE49-F238E27FC236}">
                <a16:creationId xmlns:a16="http://schemas.microsoft.com/office/drawing/2014/main" id="{B1B95028-4CEB-48C7-9AA1-395D64CC55F0}"/>
              </a:ext>
            </a:extLst>
          </p:cNvPr>
          <p:cNvSpPr>
            <a:spLocks xmlns:a="http://schemas.openxmlformats.org/drawingml/2006/main" noGrp="1"/>
          </p:cNvSpPr>
          <p:nvPr/>
        </p:nvSpPr>
        <p:spPr>
          <a:xfrm xmlns:a="http://schemas.openxmlformats.org/drawingml/2006/main">
            <a:off x="6057900" y="3629025"/>
            <a:ext cx="234315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9525">
            <a:solidFill>
              <a:srgbClr val="DCE5EA"/>
            </a:solidFill>
            <a:prstDash val="solid"/>
          </a:ln>
        </p:spPr>
      </p:sp>
      <p:sp>
        <p:nvSpPr>
          <p:cNvPr id="32" name="">
            <a:extLst xmlns:a="http://schemas.openxmlformats.org/drawingml/2006/main">
              <a:ext uri="{FF2B5EF4-FFF2-40B4-BE49-F238E27FC236}">
                <a16:creationId xmlns:a16="http://schemas.microsoft.com/office/drawing/2014/main" id="{DFFB3427-3720-4131-AE25-F15FC24E36DD}"/>
              </a:ext>
            </a:extLst>
          </p:cNvPr>
          <p:cNvSpPr>
            <a:spLocks xmlns:a="http://schemas.openxmlformats.org/drawingml/2006/main" noGrp="1"/>
          </p:cNvSpPr>
          <p:nvPr/>
        </p:nvSpPr>
        <p:spPr>
          <a:xfrm xmlns:a="http://schemas.openxmlformats.org/drawingml/2006/main">
            <a:off x="6210300" y="3762375"/>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03</a:t>
            </a:r>
          </a:p>
        </p:txBody>
      </p:sp>
      <p:sp>
        <p:nvSpPr>
          <p:cNvPr id="33" name="">
            <a:extLst xmlns:a="http://schemas.openxmlformats.org/drawingml/2006/main">
              <a:ext uri="{FF2B5EF4-FFF2-40B4-BE49-F238E27FC236}">
                <a16:creationId xmlns:a16="http://schemas.microsoft.com/office/drawing/2014/main" id="{EA965AE2-661E-4AB6-BE40-ECCF34400FB0}"/>
              </a:ext>
            </a:extLst>
          </p:cNvPr>
          <p:cNvSpPr>
            <a:spLocks xmlns:a="http://schemas.openxmlformats.org/drawingml/2006/main" noGrp="1"/>
          </p:cNvSpPr>
          <p:nvPr/>
        </p:nvSpPr>
        <p:spPr>
          <a:xfrm xmlns:a="http://schemas.openxmlformats.org/drawingml/2006/main">
            <a:off x="6210300" y="4086225"/>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신청자 관리</a:t>
            </a:r>
          </a:p>
        </p:txBody>
      </p:sp>
      <p:sp>
        <p:nvSpPr>
          <p:cNvPr id="34" name="">
            <a:extLst xmlns:a="http://schemas.openxmlformats.org/drawingml/2006/main">
              <a:ext uri="{FF2B5EF4-FFF2-40B4-BE49-F238E27FC236}">
                <a16:creationId xmlns:a16="http://schemas.microsoft.com/office/drawing/2014/main" id="{2A15750F-1E45-440D-AA41-449DC58084D0}"/>
              </a:ext>
            </a:extLst>
          </p:cNvPr>
          <p:cNvSpPr>
            <a:spLocks xmlns:a="http://schemas.openxmlformats.org/drawingml/2006/main" noGrp="1"/>
          </p:cNvSpPr>
          <p:nvPr/>
        </p:nvSpPr>
        <p:spPr>
          <a:xfrm xmlns:a="http://schemas.openxmlformats.org/drawingml/2006/main">
            <a:off x="8458200" y="3895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9B9A"/>
                </a:solidFill>
                <a:latin typeface="Malgun Gothic"/>
                <a:ea typeface="Malgun Gothic"/>
                <a:cs typeface="Malgun Gothic"/>
              </a:defRPr>
            </a:defPPr>
            <a:lvl1pPr algn="l">
              <a:defRPr sz="1875" b="1">
                <a:solidFill>
                  <a:srgbClr val="129B9A"/>
                </a:solidFill>
                <a:latin typeface="Malgun Gothic"/>
                <a:ea typeface="Malgun Gothic"/>
                <a:cs typeface="Malgun Gothic"/>
              </a:defRPr>
            </a:lvl1pPr>
            <a:lvl2pPr algn="l">
              <a:defRPr sz="1875" b="1">
                <a:solidFill>
                  <a:srgbClr val="129B9A"/>
                </a:solidFill>
                <a:latin typeface="Malgun Gothic"/>
                <a:ea typeface="Malgun Gothic"/>
                <a:cs typeface="Malgun Gothic"/>
              </a:defRPr>
            </a:lvl2pPr>
            <a:lvl3pPr algn="l">
              <a:defRPr sz="1875" b="1">
                <a:solidFill>
                  <a:srgbClr val="129B9A"/>
                </a:solidFill>
                <a:latin typeface="Malgun Gothic"/>
                <a:ea typeface="Malgun Gothic"/>
                <a:cs typeface="Malgun Gothic"/>
              </a:defRPr>
            </a:lvl3pPr>
            <a:lvl4pPr algn="l">
              <a:defRPr sz="1875" b="1">
                <a:solidFill>
                  <a:srgbClr val="129B9A"/>
                </a:solidFill>
                <a:latin typeface="Malgun Gothic"/>
                <a:ea typeface="Malgun Gothic"/>
                <a:cs typeface="Malgun Gothic"/>
              </a:defRPr>
            </a:lvl4pPr>
            <a:lvl5pPr algn="l">
              <a:defRPr sz="1875" b="1">
                <a:solidFill>
                  <a:srgbClr val="129B9A"/>
                </a:solidFill>
                <a:latin typeface="Malgun Gothic"/>
                <a:ea typeface="Malgun Gothic"/>
                <a:cs typeface="Malgun Gothic"/>
              </a:defRPr>
            </a:lvl5pPr>
            <a:lvl6pPr algn="l">
              <a:defRPr sz="1875" b="1">
                <a:solidFill>
                  <a:srgbClr val="129B9A"/>
                </a:solidFill>
                <a:latin typeface="Malgun Gothic"/>
                <a:ea typeface="Malgun Gothic"/>
                <a:cs typeface="Malgun Gothic"/>
              </a:defRPr>
            </a:lvl6pPr>
            <a:lvl7pPr algn="l">
              <a:defRPr sz="1875" b="1">
                <a:solidFill>
                  <a:srgbClr val="129B9A"/>
                </a:solidFill>
                <a:latin typeface="Malgun Gothic"/>
                <a:ea typeface="Malgun Gothic"/>
                <a:cs typeface="Malgun Gothic"/>
              </a:defRPr>
            </a:lvl7pPr>
            <a:lvl8pPr algn="l">
              <a:defRPr sz="1875" b="1">
                <a:solidFill>
                  <a:srgbClr val="129B9A"/>
                </a:solidFill>
                <a:latin typeface="Malgun Gothic"/>
                <a:ea typeface="Malgun Gothic"/>
                <a:cs typeface="Malgun Gothic"/>
              </a:defRPr>
            </a:lvl8pPr>
            <a:lvl9pPr algn="l">
              <a:defRPr sz="1875" b="1">
                <a:solidFill>
                  <a:srgbClr val="129B9A"/>
                </a:solidFill>
                <a:latin typeface="Malgun Gothic"/>
                <a:ea typeface="Malgun Gothic"/>
                <a:cs typeface="Malgun Gothic"/>
              </a:defRPr>
            </a:lvl9pPr>
          </a:lstStyle>
          <a:p xmlns:a="http://schemas.openxmlformats.org/drawingml/2006/main">
            <a:pPr algn="l">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35" name="">
            <a:extLst xmlns:a="http://schemas.openxmlformats.org/drawingml/2006/main">
              <a:ext uri="{FF2B5EF4-FFF2-40B4-BE49-F238E27FC236}">
                <a16:creationId xmlns:a16="http://schemas.microsoft.com/office/drawing/2014/main" id="{69D4DD42-BF37-4715-B459-88EC90156701}"/>
              </a:ext>
            </a:extLst>
          </p:cNvPr>
          <p:cNvSpPr>
            <a:spLocks xmlns:a="http://schemas.openxmlformats.org/drawingml/2006/main" noGrp="1"/>
          </p:cNvSpPr>
          <p:nvPr/>
        </p:nvSpPr>
        <p:spPr>
          <a:xfrm xmlns:a="http://schemas.openxmlformats.org/drawingml/2006/main">
            <a:off x="8782050" y="3629025"/>
            <a:ext cx="2343150" cy="838200"/>
          </a:xfrm>
          <a:prstGeom xmlns:a="http://schemas.openxmlformats.org/drawingml/2006/main" prst="roundRect">
            <a:avLst>
              <a:gd name="adj" fmla="val 15909"/>
            </a:avLst>
          </a:prstGeom>
          <a:solidFill xmlns:a="http://schemas.openxmlformats.org/drawingml/2006/main">
            <a:srgbClr val="EAF3FA"/>
          </a:solidFill>
          <a:ln xmlns:a="http://schemas.openxmlformats.org/drawingml/2006/main" w="9525">
            <a:solidFill>
              <a:srgbClr val="DCE5EA"/>
            </a:solidFill>
            <a:prstDash val="solid"/>
          </a:ln>
        </p:spPr>
      </p:sp>
      <p:sp>
        <p:nvSpPr>
          <p:cNvPr id="36" name="">
            <a:extLst xmlns:a="http://schemas.openxmlformats.org/drawingml/2006/main">
              <a:ext uri="{FF2B5EF4-FFF2-40B4-BE49-F238E27FC236}">
                <a16:creationId xmlns:a16="http://schemas.microsoft.com/office/drawing/2014/main" id="{14B01451-3B30-48C9-9BAD-AA8E4DBA388A}"/>
              </a:ext>
            </a:extLst>
          </p:cNvPr>
          <p:cNvSpPr>
            <a:spLocks xmlns:a="http://schemas.openxmlformats.org/drawingml/2006/main" noGrp="1"/>
          </p:cNvSpPr>
          <p:nvPr/>
        </p:nvSpPr>
        <p:spPr>
          <a:xfrm xmlns:a="http://schemas.openxmlformats.org/drawingml/2006/main">
            <a:off x="8934450" y="3762375"/>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06D5D"/>
                </a:solidFill>
                <a:latin typeface="Malgun Gothic"/>
                <a:ea typeface="Malgun Gothic"/>
                <a:cs typeface="Malgun Gothic"/>
              </a:defRPr>
            </a:defPPr>
            <a:lvl1pPr algn="l">
              <a:defRPr sz="1050" b="1">
                <a:solidFill>
                  <a:srgbClr val="F06D5D"/>
                </a:solidFill>
                <a:latin typeface="Malgun Gothic"/>
                <a:ea typeface="Malgun Gothic"/>
                <a:cs typeface="Malgun Gothic"/>
              </a:defRPr>
            </a:lvl1pPr>
            <a:lvl2pPr algn="l">
              <a:defRPr sz="1050" b="1">
                <a:solidFill>
                  <a:srgbClr val="F06D5D"/>
                </a:solidFill>
                <a:latin typeface="Malgun Gothic"/>
                <a:ea typeface="Malgun Gothic"/>
                <a:cs typeface="Malgun Gothic"/>
              </a:defRPr>
            </a:lvl2pPr>
            <a:lvl3pPr algn="l">
              <a:defRPr sz="1050" b="1">
                <a:solidFill>
                  <a:srgbClr val="F06D5D"/>
                </a:solidFill>
                <a:latin typeface="Malgun Gothic"/>
                <a:ea typeface="Malgun Gothic"/>
                <a:cs typeface="Malgun Gothic"/>
              </a:defRPr>
            </a:lvl3pPr>
            <a:lvl4pPr algn="l">
              <a:defRPr sz="1050" b="1">
                <a:solidFill>
                  <a:srgbClr val="F06D5D"/>
                </a:solidFill>
                <a:latin typeface="Malgun Gothic"/>
                <a:ea typeface="Malgun Gothic"/>
                <a:cs typeface="Malgun Gothic"/>
              </a:defRPr>
            </a:lvl4pPr>
            <a:lvl5pPr algn="l">
              <a:defRPr sz="1050" b="1">
                <a:solidFill>
                  <a:srgbClr val="F06D5D"/>
                </a:solidFill>
                <a:latin typeface="Malgun Gothic"/>
                <a:ea typeface="Malgun Gothic"/>
                <a:cs typeface="Malgun Gothic"/>
              </a:defRPr>
            </a:lvl5pPr>
            <a:lvl6pPr algn="l">
              <a:defRPr sz="1050" b="1">
                <a:solidFill>
                  <a:srgbClr val="F06D5D"/>
                </a:solidFill>
                <a:latin typeface="Malgun Gothic"/>
                <a:ea typeface="Malgun Gothic"/>
                <a:cs typeface="Malgun Gothic"/>
              </a:defRPr>
            </a:lvl6pPr>
            <a:lvl7pPr algn="l">
              <a:defRPr sz="1050" b="1">
                <a:solidFill>
                  <a:srgbClr val="F06D5D"/>
                </a:solidFill>
                <a:latin typeface="Malgun Gothic"/>
                <a:ea typeface="Malgun Gothic"/>
                <a:cs typeface="Malgun Gothic"/>
              </a:defRPr>
            </a:lvl7pPr>
            <a:lvl8pPr algn="l">
              <a:defRPr sz="1050" b="1">
                <a:solidFill>
                  <a:srgbClr val="F06D5D"/>
                </a:solidFill>
                <a:latin typeface="Malgun Gothic"/>
                <a:ea typeface="Malgun Gothic"/>
                <a:cs typeface="Malgun Gothic"/>
              </a:defRPr>
            </a:lvl8pPr>
            <a:lvl9pPr algn="l">
              <a:defRPr sz="1050" b="1">
                <a:solidFill>
                  <a:srgbClr val="F06D5D"/>
                </a:solidFill>
                <a:latin typeface="Malgun Gothic"/>
                <a:ea typeface="Malgun Gothic"/>
                <a:cs typeface="Malgun Gothic"/>
              </a:defRPr>
            </a:lvl9pPr>
          </a:lstStyle>
          <a:p xmlns:a="http://schemas.openxmlformats.org/drawingml/2006/main">
            <a:pPr algn="l">
              <a:defRPr sz="1050" b="1">
                <a:solidFill>
                  <a:srgbClr val="F06D5D"/>
                </a:solidFill>
                <a:latin typeface="Malgun Gothic"/>
                <a:ea typeface="Malgun Gothic"/>
                <a:cs typeface="Malgun Gothic"/>
              </a:defRPr>
            </a:pPr>
            <a:r>
              <a:rPr sz="1050" b="1">
                <a:solidFill>
                  <a:srgbClr val="F06D5D"/>
                </a:solidFill>
                <a:latin typeface="Malgun Gothic"/>
                <a:ea typeface="Malgun Gothic"/>
                <a:cs typeface="Malgun Gothic"/>
              </a:rPr>
              <a:t>04</a:t>
            </a:r>
          </a:p>
        </p:txBody>
      </p:sp>
      <p:sp>
        <p:nvSpPr>
          <p:cNvPr id="37" name="">
            <a:extLst xmlns:a="http://schemas.openxmlformats.org/drawingml/2006/main">
              <a:ext uri="{FF2B5EF4-FFF2-40B4-BE49-F238E27FC236}">
                <a16:creationId xmlns:a16="http://schemas.microsoft.com/office/drawing/2014/main" id="{604D093F-2149-44B4-B49D-9241C582C08E}"/>
              </a:ext>
            </a:extLst>
          </p:cNvPr>
          <p:cNvSpPr>
            <a:spLocks xmlns:a="http://schemas.openxmlformats.org/drawingml/2006/main" noGrp="1"/>
          </p:cNvSpPr>
          <p:nvPr/>
        </p:nvSpPr>
        <p:spPr>
          <a:xfrm xmlns:a="http://schemas.openxmlformats.org/drawingml/2006/main">
            <a:off x="8934450" y="4086225"/>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AI 제안 검토</a:t>
            </a:r>
          </a:p>
        </p:txBody>
      </p:sp>
      <p:sp>
        <p:nvSpPr>
          <p:cNvPr id="38" name="">
            <a:extLst xmlns:a="http://schemas.openxmlformats.org/drawingml/2006/main">
              <a:ext uri="{FF2B5EF4-FFF2-40B4-BE49-F238E27FC236}">
                <a16:creationId xmlns:a16="http://schemas.microsoft.com/office/drawing/2014/main" id="{F890654E-4938-45D3-8978-BC96DF0D54CB}"/>
              </a:ext>
            </a:extLst>
          </p:cNvPr>
          <p:cNvSpPr>
            <a:spLocks xmlns:a="http://schemas.openxmlformats.org/drawingml/2006/main" noGrp="1"/>
          </p:cNvSpPr>
          <p:nvPr/>
        </p:nvSpPr>
        <p:spPr>
          <a:xfrm xmlns:a="http://schemas.openxmlformats.org/drawingml/2006/main">
            <a:off x="609600" y="4886325"/>
            <a:ext cx="10972800" cy="876300"/>
          </a:xfrm>
          <a:prstGeom xmlns:a="http://schemas.openxmlformats.org/drawingml/2006/main" prst="roundRect">
            <a:avLst>
              <a:gd name="adj" fmla="val 17391"/>
            </a:avLst>
          </a:prstGeom>
          <a:solidFill xmlns:a="http://schemas.openxmlformats.org/drawingml/2006/main">
            <a:srgbClr val="FFF7E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D6C8FA6-3A83-49D9-BE0A-14E582827791}"/>
              </a:ext>
            </a:extLst>
          </p:cNvPr>
          <p:cNvSpPr>
            <a:spLocks xmlns:a="http://schemas.openxmlformats.org/drawingml/2006/main" noGrp="1"/>
          </p:cNvSpPr>
          <p:nvPr/>
        </p:nvSpPr>
        <p:spPr>
          <a:xfrm xmlns:a="http://schemas.openxmlformats.org/drawingml/2006/main">
            <a:off x="838200" y="5095875"/>
            <a:ext cx="10439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3384D"/>
                </a:solidFill>
                <a:latin typeface="Malgun Gothic"/>
                <a:ea typeface="Malgun Gothic"/>
                <a:cs typeface="Malgun Gothic"/>
              </a:defRPr>
            </a:defPPr>
            <a:lvl1pPr algn="l">
              <a:defRPr sz="1350" b="0">
                <a:solidFill>
                  <a:srgbClr val="23384D"/>
                </a:solidFill>
                <a:latin typeface="Malgun Gothic"/>
                <a:ea typeface="Malgun Gothic"/>
                <a:cs typeface="Malgun Gothic"/>
              </a:defRPr>
            </a:lvl1pPr>
            <a:lvl2pPr algn="l">
              <a:defRPr sz="1350" b="0">
                <a:solidFill>
                  <a:srgbClr val="23384D"/>
                </a:solidFill>
                <a:latin typeface="Malgun Gothic"/>
                <a:ea typeface="Malgun Gothic"/>
                <a:cs typeface="Malgun Gothic"/>
              </a:defRPr>
            </a:lvl2pPr>
            <a:lvl3pPr algn="l">
              <a:defRPr sz="1350" b="0">
                <a:solidFill>
                  <a:srgbClr val="23384D"/>
                </a:solidFill>
                <a:latin typeface="Malgun Gothic"/>
                <a:ea typeface="Malgun Gothic"/>
                <a:cs typeface="Malgun Gothic"/>
              </a:defRPr>
            </a:lvl3pPr>
            <a:lvl4pPr algn="l">
              <a:defRPr sz="1350" b="0">
                <a:solidFill>
                  <a:srgbClr val="23384D"/>
                </a:solidFill>
                <a:latin typeface="Malgun Gothic"/>
                <a:ea typeface="Malgun Gothic"/>
                <a:cs typeface="Malgun Gothic"/>
              </a:defRPr>
            </a:lvl4pPr>
            <a:lvl5pPr algn="l">
              <a:defRPr sz="1350" b="0">
                <a:solidFill>
                  <a:srgbClr val="23384D"/>
                </a:solidFill>
                <a:latin typeface="Malgun Gothic"/>
                <a:ea typeface="Malgun Gothic"/>
                <a:cs typeface="Malgun Gothic"/>
              </a:defRPr>
            </a:lvl5pPr>
            <a:lvl6pPr algn="l">
              <a:defRPr sz="1350" b="0">
                <a:solidFill>
                  <a:srgbClr val="23384D"/>
                </a:solidFill>
                <a:latin typeface="Malgun Gothic"/>
                <a:ea typeface="Malgun Gothic"/>
                <a:cs typeface="Malgun Gothic"/>
              </a:defRPr>
            </a:lvl6pPr>
            <a:lvl7pPr algn="l">
              <a:defRPr sz="1350" b="0">
                <a:solidFill>
                  <a:srgbClr val="23384D"/>
                </a:solidFill>
                <a:latin typeface="Malgun Gothic"/>
                <a:ea typeface="Malgun Gothic"/>
                <a:cs typeface="Malgun Gothic"/>
              </a:defRPr>
            </a:lvl7pPr>
            <a:lvl8pPr algn="l">
              <a:defRPr sz="1350" b="0">
                <a:solidFill>
                  <a:srgbClr val="23384D"/>
                </a:solidFill>
                <a:latin typeface="Malgun Gothic"/>
                <a:ea typeface="Malgun Gothic"/>
                <a:cs typeface="Malgun Gothic"/>
              </a:defRPr>
            </a:lvl8pPr>
            <a:lvl9pPr algn="l">
              <a:defRPr sz="1350" b="0">
                <a:solidFill>
                  <a:srgbClr val="23384D"/>
                </a:solidFill>
                <a:latin typeface="Malgun Gothic"/>
                <a:ea typeface="Malgun Gothic"/>
                <a:cs typeface="Malgun Gothic"/>
              </a:defRPr>
            </a:lvl9pPr>
          </a:lstStyle>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경계  ·  신청·접수는 구현되어 있지만, 결제는 시연 안내이며 실제 결제·환불은 제공하지 않습니다.</a:t>
            </a:r>
          </a:p>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호스트의 편집·신청자 조회는 로그인 권한과 RLS의 영향을 받습니다.</a:t>
            </a:r>
          </a:p>
        </p:txBody>
      </p:sp>
    </p:spTree>
    <p:extLst>
      <p:ext uri="{BB962C8B-B14F-4D97-AF65-F5344CB8AC3E}">
        <p14:creationId xmlns:p14="http://schemas.microsoft.com/office/powerpoint/2010/main" val="1219649043"/>
      </p:ext>
    </p:extLst>
  </p:cSld>
</p:sld>
</file>

<file path=ppt/slides/slide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6660298-A833-4316-BC21-877D1FA0EDF3}"/>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LIVE UI EVIDENCE</a:t>
            </a:r>
          </a:p>
        </p:txBody>
      </p:sp>
      <p:sp>
        <p:nvSpPr>
          <p:cNvPr id="2" name="">
            <a:extLst xmlns:a="http://schemas.openxmlformats.org/drawingml/2006/main">
              <a:ext uri="{FF2B5EF4-FFF2-40B4-BE49-F238E27FC236}">
                <a16:creationId xmlns:a16="http://schemas.microsoft.com/office/drawing/2014/main" id="{DDFEB69A-9F61-4AE9-97A6-B5E711962729}"/>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화면으로 확인한 현재 구현</a:t>
            </a:r>
          </a:p>
        </p:txBody>
      </p:sp>
      <p:sp>
        <p:nvSpPr>
          <p:cNvPr id="3" name="">
            <a:extLst xmlns:a="http://schemas.openxmlformats.org/drawingml/2006/main">
              <a:ext uri="{FF2B5EF4-FFF2-40B4-BE49-F238E27FC236}">
                <a16:creationId xmlns:a16="http://schemas.microsoft.com/office/drawing/2014/main" id="{C3E5DA79-7BE2-4784-A309-A7E753038D30}"/>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DABB0E0-A516-4103-BA5D-A65D78320334}"/>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8A43E1E6-CB60-49DE-8EC5-043E15C6D643}"/>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05 / 12</a:t>
            </a:r>
          </a:p>
        </p:txBody>
      </p:sp>
      <p:pic>
        <p:nvPicPr>
          <p:cNvPr id="6" name="">
            <a:extLst xmlns:a="http://schemas.openxmlformats.org/drawingml/2006/main">
              <a:ext uri="{FF2B5EF4-FFF2-40B4-BE49-F238E27FC236}">
                <a16:creationId xmlns:a16="http://schemas.microsoft.com/office/drawing/2014/main" id="{02E1EC93-C983-4C6F-A07A-40E727CAE736}"/>
              </a:ext>
            </a:extLst>
          </p:cNvPr>
          <p:cNvPicPr>
            <a:picLocks xmlns:a="http://schemas.openxmlformats.org/drawingml/2006/main" noChangeAspect="1"/>
          </p:cNvPicPr>
          <p:nvPr/>
        </p:nvPicPr>
        <p:blipFill>
          <a:blip xmlns:r="http://schemas.openxmlformats.org/officeDocument/2006/relationships" xmlns:a="http://schemas.openxmlformats.org/drawingml/2006/main" r:embed="R27350bab02bf4f3f"/>
          <a:srcRect xmlns:a="http://schemas.openxmlformats.org/drawingml/2006/main" l="7933" t="0" r="7933" b="0"/>
          <a:stretch xmlns:a="http://schemas.openxmlformats.org/drawingml/2006/main">
            <a:fillRect l="0" t="0" r="0" b="0"/>
          </a:stretch>
        </p:blipFill>
        <p:spPr>
          <a:xfrm xmlns:a="http://schemas.openxmlformats.org/drawingml/2006/main">
            <a:off x="609600" y="1657350"/>
            <a:ext cx="3333750" cy="2476500"/>
          </a:xfrm>
          <a:prstGeom xmlns:a="http://schemas.openxmlformats.org/drawingml/2006/main" prst="roundRect">
            <a:avLst>
              <a:gd name="adj" fmla="val 4615"/>
            </a:avLst>
          </a:prstGeom>
        </p:spPr>
      </p:pic>
      <p:pic>
        <p:nvPicPr>
          <p:cNvPr id="7" name="">
            <a:extLst xmlns:a="http://schemas.openxmlformats.org/drawingml/2006/main">
              <a:ext uri="{FF2B5EF4-FFF2-40B4-BE49-F238E27FC236}">
                <a16:creationId xmlns:a16="http://schemas.microsoft.com/office/drawing/2014/main" id="{D53D587E-0446-49FC-BD35-A4163F1199B6}"/>
              </a:ext>
            </a:extLst>
          </p:cNvPr>
          <p:cNvPicPr>
            <a:picLocks xmlns:a="http://schemas.openxmlformats.org/drawingml/2006/main" noChangeAspect="1"/>
          </p:cNvPicPr>
          <p:nvPr/>
        </p:nvPicPr>
        <p:blipFill>
          <a:blip xmlns:r="http://schemas.openxmlformats.org/officeDocument/2006/relationships" xmlns:a="http://schemas.openxmlformats.org/drawingml/2006/main" r:embed="Re3521a6064bb4e82"/>
          <a:srcRect xmlns:a="http://schemas.openxmlformats.org/drawingml/2006/main" l="7933" t="0" r="7933" b="0"/>
          <a:stretch xmlns:a="http://schemas.openxmlformats.org/drawingml/2006/main">
            <a:fillRect l="0" t="0" r="0" b="0"/>
          </a:stretch>
        </p:blipFill>
        <p:spPr>
          <a:xfrm xmlns:a="http://schemas.openxmlformats.org/drawingml/2006/main">
            <a:off x="4429125" y="1657350"/>
            <a:ext cx="3333750" cy="2476500"/>
          </a:xfrm>
          <a:prstGeom xmlns:a="http://schemas.openxmlformats.org/drawingml/2006/main" prst="roundRect">
            <a:avLst>
              <a:gd name="adj" fmla="val 4615"/>
            </a:avLst>
          </a:prstGeom>
        </p:spPr>
      </p:pic>
      <p:pic>
        <p:nvPicPr>
          <p:cNvPr id="8" name="">
            <a:extLst xmlns:a="http://schemas.openxmlformats.org/drawingml/2006/main">
              <a:ext uri="{FF2B5EF4-FFF2-40B4-BE49-F238E27FC236}">
                <a16:creationId xmlns:a16="http://schemas.microsoft.com/office/drawing/2014/main" id="{B9793125-F066-46EA-BED5-622A931DA274}"/>
              </a:ext>
            </a:extLst>
          </p:cNvPr>
          <p:cNvPicPr>
            <a:picLocks xmlns:a="http://schemas.openxmlformats.org/drawingml/2006/main" noChangeAspect="1"/>
          </p:cNvPicPr>
          <p:nvPr/>
        </p:nvPicPr>
        <p:blipFill>
          <a:blip xmlns:r="http://schemas.openxmlformats.org/officeDocument/2006/relationships" xmlns:a="http://schemas.openxmlformats.org/drawingml/2006/main" r:embed="Ree76cb1de97f4aa7"/>
          <a:srcRect xmlns:a="http://schemas.openxmlformats.org/drawingml/2006/main" l="7933" t="0" r="7933" b="0"/>
          <a:stretch xmlns:a="http://schemas.openxmlformats.org/drawingml/2006/main">
            <a:fillRect l="0" t="0" r="0" b="0"/>
          </a:stretch>
        </p:blipFill>
        <p:spPr>
          <a:xfrm xmlns:a="http://schemas.openxmlformats.org/drawingml/2006/main">
            <a:off x="8248650" y="1657350"/>
            <a:ext cx="3333750" cy="2476500"/>
          </a:xfrm>
          <a:prstGeom xmlns:a="http://schemas.openxmlformats.org/drawingml/2006/main" prst="roundRect">
            <a:avLst>
              <a:gd name="adj" fmla="val 4615"/>
            </a:avLst>
          </a:prstGeom>
        </p:spPr>
      </p:pic>
      <p:sp>
        <p:nvSpPr>
          <p:cNvPr id="9" name="">
            <a:extLst xmlns:a="http://schemas.openxmlformats.org/drawingml/2006/main">
              <a:ext uri="{FF2B5EF4-FFF2-40B4-BE49-F238E27FC236}">
                <a16:creationId xmlns:a16="http://schemas.microsoft.com/office/drawing/2014/main" id="{3068BC4F-37DE-437F-8E60-9FC08CF9DC2F}"/>
              </a:ext>
            </a:extLst>
          </p:cNvPr>
          <p:cNvSpPr>
            <a:spLocks xmlns:a="http://schemas.openxmlformats.org/drawingml/2006/main" noGrp="1"/>
          </p:cNvSpPr>
          <p:nvPr/>
        </p:nvSpPr>
        <p:spPr>
          <a:xfrm xmlns:a="http://schemas.openxmlformats.org/drawingml/2006/main">
            <a:off x="609600" y="4305300"/>
            <a:ext cx="3333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92C40"/>
                </a:solidFill>
                <a:latin typeface="Malgun Gothic"/>
                <a:ea typeface="Malgun Gothic"/>
                <a:cs typeface="Malgun Gothic"/>
              </a:defRPr>
            </a:defPPr>
            <a:lvl1pPr algn="l">
              <a:defRPr sz="1500" b="1">
                <a:solidFill>
                  <a:srgbClr val="192C40"/>
                </a:solidFill>
                <a:latin typeface="Malgun Gothic"/>
                <a:ea typeface="Malgun Gothic"/>
                <a:cs typeface="Malgun Gothic"/>
              </a:defRPr>
            </a:lvl1pPr>
            <a:lvl2pPr algn="l">
              <a:defRPr sz="1500" b="1">
                <a:solidFill>
                  <a:srgbClr val="192C40"/>
                </a:solidFill>
                <a:latin typeface="Malgun Gothic"/>
                <a:ea typeface="Malgun Gothic"/>
                <a:cs typeface="Malgun Gothic"/>
              </a:defRPr>
            </a:lvl2pPr>
            <a:lvl3pPr algn="l">
              <a:defRPr sz="1500" b="1">
                <a:solidFill>
                  <a:srgbClr val="192C40"/>
                </a:solidFill>
                <a:latin typeface="Malgun Gothic"/>
                <a:ea typeface="Malgun Gothic"/>
                <a:cs typeface="Malgun Gothic"/>
              </a:defRPr>
            </a:lvl3pPr>
            <a:lvl4pPr algn="l">
              <a:defRPr sz="1500" b="1">
                <a:solidFill>
                  <a:srgbClr val="192C40"/>
                </a:solidFill>
                <a:latin typeface="Malgun Gothic"/>
                <a:ea typeface="Malgun Gothic"/>
                <a:cs typeface="Malgun Gothic"/>
              </a:defRPr>
            </a:lvl4pPr>
            <a:lvl5pPr algn="l">
              <a:defRPr sz="1500" b="1">
                <a:solidFill>
                  <a:srgbClr val="192C40"/>
                </a:solidFill>
                <a:latin typeface="Malgun Gothic"/>
                <a:ea typeface="Malgun Gothic"/>
                <a:cs typeface="Malgun Gothic"/>
              </a:defRPr>
            </a:lvl5pPr>
            <a:lvl6pPr algn="l">
              <a:defRPr sz="1500" b="1">
                <a:solidFill>
                  <a:srgbClr val="192C40"/>
                </a:solidFill>
                <a:latin typeface="Malgun Gothic"/>
                <a:ea typeface="Malgun Gothic"/>
                <a:cs typeface="Malgun Gothic"/>
              </a:defRPr>
            </a:lvl6pPr>
            <a:lvl7pPr algn="l">
              <a:defRPr sz="1500" b="1">
                <a:solidFill>
                  <a:srgbClr val="192C40"/>
                </a:solidFill>
                <a:latin typeface="Malgun Gothic"/>
                <a:ea typeface="Malgun Gothic"/>
                <a:cs typeface="Malgun Gothic"/>
              </a:defRPr>
            </a:lvl7pPr>
            <a:lvl8pPr algn="l">
              <a:defRPr sz="1500" b="1">
                <a:solidFill>
                  <a:srgbClr val="192C40"/>
                </a:solidFill>
                <a:latin typeface="Malgun Gothic"/>
                <a:ea typeface="Malgun Gothic"/>
                <a:cs typeface="Malgun Gothic"/>
              </a:defRPr>
            </a:lvl8pPr>
            <a:lvl9pPr algn="l">
              <a:defRPr sz="1500" b="1">
                <a:solidFill>
                  <a:srgbClr val="192C40"/>
                </a:solidFill>
                <a:latin typeface="Malgun Gothic"/>
                <a:ea typeface="Malgun Gothic"/>
                <a:cs typeface="Malgun Gothic"/>
              </a:defRPr>
            </a:lvl9pPr>
          </a:lstStyle>
          <a:p xmlns:a="http://schemas.openxmlformats.org/drawingml/2006/main">
            <a:pPr algn="l">
              <a:defRPr sz="1500" b="1">
                <a:solidFill>
                  <a:srgbClr val="192C40"/>
                </a:solidFill>
                <a:latin typeface="Malgun Gothic"/>
                <a:ea typeface="Malgun Gothic"/>
                <a:cs typeface="Malgun Gothic"/>
              </a:defRPr>
            </a:pPr>
            <a:r>
              <a:rPr sz="1500" b="1">
                <a:solidFill>
                  <a:srgbClr val="192C40"/>
                </a:solidFill>
                <a:latin typeface="Malgun Gothic"/>
                <a:ea typeface="Malgun Gothic"/>
                <a:cs typeface="Malgun Gothic"/>
              </a:rPr>
              <a:t>01  공개 체험 목록</a:t>
            </a:r>
          </a:p>
        </p:txBody>
      </p:sp>
      <p:sp>
        <p:nvSpPr>
          <p:cNvPr id="10" name="">
            <a:extLst xmlns:a="http://schemas.openxmlformats.org/drawingml/2006/main">
              <a:ext uri="{FF2B5EF4-FFF2-40B4-BE49-F238E27FC236}">
                <a16:creationId xmlns:a16="http://schemas.microsoft.com/office/drawing/2014/main" id="{07EDEC4E-1302-4E39-83D6-C2B5D96434D3}"/>
              </a:ext>
            </a:extLst>
          </p:cNvPr>
          <p:cNvSpPr>
            <a:spLocks xmlns:a="http://schemas.openxmlformats.org/drawingml/2006/main" noGrp="1"/>
          </p:cNvSpPr>
          <p:nvPr/>
        </p:nvSpPr>
        <p:spPr>
          <a:xfrm xmlns:a="http://schemas.openxmlformats.org/drawingml/2006/main">
            <a:off x="609600" y="4667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지역·관심분야 필터와</a:t>
            </a:r>
          </a:p>
          <a:p xmlns:a="http://schemas.openxmlformats.org/drawingml/2006/main">
            <a:pPr algn="l">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공개 체험 15개 표시</a:t>
            </a:r>
          </a:p>
        </p:txBody>
      </p:sp>
      <p:sp>
        <p:nvSpPr>
          <p:cNvPr id="11" name="">
            <a:extLst xmlns:a="http://schemas.openxmlformats.org/drawingml/2006/main">
              <a:ext uri="{FF2B5EF4-FFF2-40B4-BE49-F238E27FC236}">
                <a16:creationId xmlns:a16="http://schemas.microsoft.com/office/drawing/2014/main" id="{7C556A24-75E8-4A0D-8A38-CBEB1171A941}"/>
              </a:ext>
            </a:extLst>
          </p:cNvPr>
          <p:cNvSpPr>
            <a:spLocks xmlns:a="http://schemas.openxmlformats.org/drawingml/2006/main" noGrp="1"/>
          </p:cNvSpPr>
          <p:nvPr/>
        </p:nvSpPr>
        <p:spPr>
          <a:xfrm xmlns:a="http://schemas.openxmlformats.org/drawingml/2006/main">
            <a:off x="4429125" y="4305300"/>
            <a:ext cx="3333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92C40"/>
                </a:solidFill>
                <a:latin typeface="Malgun Gothic"/>
                <a:ea typeface="Malgun Gothic"/>
                <a:cs typeface="Malgun Gothic"/>
              </a:defRPr>
            </a:defPPr>
            <a:lvl1pPr algn="l">
              <a:defRPr sz="1500" b="1">
                <a:solidFill>
                  <a:srgbClr val="192C40"/>
                </a:solidFill>
                <a:latin typeface="Malgun Gothic"/>
                <a:ea typeface="Malgun Gothic"/>
                <a:cs typeface="Malgun Gothic"/>
              </a:defRPr>
            </a:lvl1pPr>
            <a:lvl2pPr algn="l">
              <a:defRPr sz="1500" b="1">
                <a:solidFill>
                  <a:srgbClr val="192C40"/>
                </a:solidFill>
                <a:latin typeface="Malgun Gothic"/>
                <a:ea typeface="Malgun Gothic"/>
                <a:cs typeface="Malgun Gothic"/>
              </a:defRPr>
            </a:lvl2pPr>
            <a:lvl3pPr algn="l">
              <a:defRPr sz="1500" b="1">
                <a:solidFill>
                  <a:srgbClr val="192C40"/>
                </a:solidFill>
                <a:latin typeface="Malgun Gothic"/>
                <a:ea typeface="Malgun Gothic"/>
                <a:cs typeface="Malgun Gothic"/>
              </a:defRPr>
            </a:lvl3pPr>
            <a:lvl4pPr algn="l">
              <a:defRPr sz="1500" b="1">
                <a:solidFill>
                  <a:srgbClr val="192C40"/>
                </a:solidFill>
                <a:latin typeface="Malgun Gothic"/>
                <a:ea typeface="Malgun Gothic"/>
                <a:cs typeface="Malgun Gothic"/>
              </a:defRPr>
            </a:lvl4pPr>
            <a:lvl5pPr algn="l">
              <a:defRPr sz="1500" b="1">
                <a:solidFill>
                  <a:srgbClr val="192C40"/>
                </a:solidFill>
                <a:latin typeface="Malgun Gothic"/>
                <a:ea typeface="Malgun Gothic"/>
                <a:cs typeface="Malgun Gothic"/>
              </a:defRPr>
            </a:lvl5pPr>
            <a:lvl6pPr algn="l">
              <a:defRPr sz="1500" b="1">
                <a:solidFill>
                  <a:srgbClr val="192C40"/>
                </a:solidFill>
                <a:latin typeface="Malgun Gothic"/>
                <a:ea typeface="Malgun Gothic"/>
                <a:cs typeface="Malgun Gothic"/>
              </a:defRPr>
            </a:lvl6pPr>
            <a:lvl7pPr algn="l">
              <a:defRPr sz="1500" b="1">
                <a:solidFill>
                  <a:srgbClr val="192C40"/>
                </a:solidFill>
                <a:latin typeface="Malgun Gothic"/>
                <a:ea typeface="Malgun Gothic"/>
                <a:cs typeface="Malgun Gothic"/>
              </a:defRPr>
            </a:lvl7pPr>
            <a:lvl8pPr algn="l">
              <a:defRPr sz="1500" b="1">
                <a:solidFill>
                  <a:srgbClr val="192C40"/>
                </a:solidFill>
                <a:latin typeface="Malgun Gothic"/>
                <a:ea typeface="Malgun Gothic"/>
                <a:cs typeface="Malgun Gothic"/>
              </a:defRPr>
            </a:lvl8pPr>
            <a:lvl9pPr algn="l">
              <a:defRPr sz="1500" b="1">
                <a:solidFill>
                  <a:srgbClr val="192C40"/>
                </a:solidFill>
                <a:latin typeface="Malgun Gothic"/>
                <a:ea typeface="Malgun Gothic"/>
                <a:cs typeface="Malgun Gothic"/>
              </a:defRPr>
            </a:lvl9pPr>
          </a:lstStyle>
          <a:p xmlns:a="http://schemas.openxmlformats.org/drawingml/2006/main">
            <a:pPr algn="l">
              <a:defRPr sz="1500" b="1">
                <a:solidFill>
                  <a:srgbClr val="192C40"/>
                </a:solidFill>
                <a:latin typeface="Malgun Gothic"/>
                <a:ea typeface="Malgun Gothic"/>
                <a:cs typeface="Malgun Gothic"/>
              </a:defRPr>
            </a:pPr>
            <a:r>
              <a:rPr sz="1500" b="1">
                <a:solidFill>
                  <a:srgbClr val="192C40"/>
                </a:solidFill>
                <a:latin typeface="Malgun Gothic"/>
                <a:ea typeface="Malgun Gothic"/>
                <a:cs typeface="Malgun Gothic"/>
              </a:rPr>
              <a:t>02  상세·회차·신청</a:t>
            </a:r>
          </a:p>
        </p:txBody>
      </p:sp>
      <p:sp>
        <p:nvSpPr>
          <p:cNvPr id="12" name="">
            <a:extLst xmlns:a="http://schemas.openxmlformats.org/drawingml/2006/main">
              <a:ext uri="{FF2B5EF4-FFF2-40B4-BE49-F238E27FC236}">
                <a16:creationId xmlns:a16="http://schemas.microsoft.com/office/drawing/2014/main" id="{9A0DF125-4C3C-4AAB-A300-32BDDB030430}"/>
              </a:ext>
            </a:extLst>
          </p:cNvPr>
          <p:cNvSpPr>
            <a:spLocks xmlns:a="http://schemas.openxmlformats.org/drawingml/2006/main" noGrp="1"/>
          </p:cNvSpPr>
          <p:nvPr/>
        </p:nvSpPr>
        <p:spPr>
          <a:xfrm xmlns:a="http://schemas.openxmlformats.org/drawingml/2006/main">
            <a:off x="4429125" y="4667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장소·시간·참가비와</a:t>
            </a:r>
          </a:p>
          <a:p xmlns:a="http://schemas.openxmlformats.org/drawingml/2006/main">
            <a:pPr algn="l">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신청 진입 버튼</a:t>
            </a:r>
          </a:p>
        </p:txBody>
      </p:sp>
      <p:sp>
        <p:nvSpPr>
          <p:cNvPr id="13" name="">
            <a:extLst xmlns:a="http://schemas.openxmlformats.org/drawingml/2006/main">
              <a:ext uri="{FF2B5EF4-FFF2-40B4-BE49-F238E27FC236}">
                <a16:creationId xmlns:a16="http://schemas.microsoft.com/office/drawing/2014/main" id="{3962C462-E700-430B-8CDD-2610BF57E691}"/>
              </a:ext>
            </a:extLst>
          </p:cNvPr>
          <p:cNvSpPr>
            <a:spLocks xmlns:a="http://schemas.openxmlformats.org/drawingml/2006/main" noGrp="1"/>
          </p:cNvSpPr>
          <p:nvPr/>
        </p:nvSpPr>
        <p:spPr>
          <a:xfrm xmlns:a="http://schemas.openxmlformats.org/drawingml/2006/main">
            <a:off x="8248650" y="4305300"/>
            <a:ext cx="3333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92C40"/>
                </a:solidFill>
                <a:latin typeface="Malgun Gothic"/>
                <a:ea typeface="Malgun Gothic"/>
                <a:cs typeface="Malgun Gothic"/>
              </a:defRPr>
            </a:defPPr>
            <a:lvl1pPr algn="l">
              <a:defRPr sz="1500" b="1">
                <a:solidFill>
                  <a:srgbClr val="192C40"/>
                </a:solidFill>
                <a:latin typeface="Malgun Gothic"/>
                <a:ea typeface="Malgun Gothic"/>
                <a:cs typeface="Malgun Gothic"/>
              </a:defRPr>
            </a:lvl1pPr>
            <a:lvl2pPr algn="l">
              <a:defRPr sz="1500" b="1">
                <a:solidFill>
                  <a:srgbClr val="192C40"/>
                </a:solidFill>
                <a:latin typeface="Malgun Gothic"/>
                <a:ea typeface="Malgun Gothic"/>
                <a:cs typeface="Malgun Gothic"/>
              </a:defRPr>
            </a:lvl2pPr>
            <a:lvl3pPr algn="l">
              <a:defRPr sz="1500" b="1">
                <a:solidFill>
                  <a:srgbClr val="192C40"/>
                </a:solidFill>
                <a:latin typeface="Malgun Gothic"/>
                <a:ea typeface="Malgun Gothic"/>
                <a:cs typeface="Malgun Gothic"/>
              </a:defRPr>
            </a:lvl3pPr>
            <a:lvl4pPr algn="l">
              <a:defRPr sz="1500" b="1">
                <a:solidFill>
                  <a:srgbClr val="192C40"/>
                </a:solidFill>
                <a:latin typeface="Malgun Gothic"/>
                <a:ea typeface="Malgun Gothic"/>
                <a:cs typeface="Malgun Gothic"/>
              </a:defRPr>
            </a:lvl4pPr>
            <a:lvl5pPr algn="l">
              <a:defRPr sz="1500" b="1">
                <a:solidFill>
                  <a:srgbClr val="192C40"/>
                </a:solidFill>
                <a:latin typeface="Malgun Gothic"/>
                <a:ea typeface="Malgun Gothic"/>
                <a:cs typeface="Malgun Gothic"/>
              </a:defRPr>
            </a:lvl5pPr>
            <a:lvl6pPr algn="l">
              <a:defRPr sz="1500" b="1">
                <a:solidFill>
                  <a:srgbClr val="192C40"/>
                </a:solidFill>
                <a:latin typeface="Malgun Gothic"/>
                <a:ea typeface="Malgun Gothic"/>
                <a:cs typeface="Malgun Gothic"/>
              </a:defRPr>
            </a:lvl6pPr>
            <a:lvl7pPr algn="l">
              <a:defRPr sz="1500" b="1">
                <a:solidFill>
                  <a:srgbClr val="192C40"/>
                </a:solidFill>
                <a:latin typeface="Malgun Gothic"/>
                <a:ea typeface="Malgun Gothic"/>
                <a:cs typeface="Malgun Gothic"/>
              </a:defRPr>
            </a:lvl7pPr>
            <a:lvl8pPr algn="l">
              <a:defRPr sz="1500" b="1">
                <a:solidFill>
                  <a:srgbClr val="192C40"/>
                </a:solidFill>
                <a:latin typeface="Malgun Gothic"/>
                <a:ea typeface="Malgun Gothic"/>
                <a:cs typeface="Malgun Gothic"/>
              </a:defRPr>
            </a:lvl8pPr>
            <a:lvl9pPr algn="l">
              <a:defRPr sz="1500" b="1">
                <a:solidFill>
                  <a:srgbClr val="192C40"/>
                </a:solidFill>
                <a:latin typeface="Malgun Gothic"/>
                <a:ea typeface="Malgun Gothic"/>
                <a:cs typeface="Malgun Gothic"/>
              </a:defRPr>
            </a:lvl9pPr>
          </a:lstStyle>
          <a:p xmlns:a="http://schemas.openxmlformats.org/drawingml/2006/main">
            <a:pPr algn="l">
              <a:defRPr sz="1500" b="1">
                <a:solidFill>
                  <a:srgbClr val="192C40"/>
                </a:solidFill>
                <a:latin typeface="Malgun Gothic"/>
                <a:ea typeface="Malgun Gothic"/>
                <a:cs typeface="Malgun Gothic"/>
              </a:defRPr>
            </a:pPr>
            <a:r>
              <a:rPr sz="1500" b="1">
                <a:solidFill>
                  <a:srgbClr val="192C40"/>
                </a:solidFill>
                <a:latin typeface="Malgun Gothic"/>
                <a:ea typeface="Malgun Gothic"/>
                <a:cs typeface="Malgun Gothic"/>
              </a:rPr>
              <a:t>03  호스트 공개 데모</a:t>
            </a:r>
          </a:p>
        </p:txBody>
      </p:sp>
      <p:sp>
        <p:nvSpPr>
          <p:cNvPr id="14" name="">
            <a:extLst xmlns:a="http://schemas.openxmlformats.org/drawingml/2006/main">
              <a:ext uri="{FF2B5EF4-FFF2-40B4-BE49-F238E27FC236}">
                <a16:creationId xmlns:a16="http://schemas.microsoft.com/office/drawing/2014/main" id="{B40FC74D-1CED-4AFB-91E6-A92BF47BEAC7}"/>
              </a:ext>
            </a:extLst>
          </p:cNvPr>
          <p:cNvSpPr>
            <a:spLocks xmlns:a="http://schemas.openxmlformats.org/drawingml/2006/main" noGrp="1"/>
          </p:cNvSpPr>
          <p:nvPr/>
        </p:nvSpPr>
        <p:spPr>
          <a:xfrm xmlns:a="http://schemas.openxmlformats.org/drawingml/2006/main">
            <a:off x="8248650" y="4667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가상 데이터·읽기 전용</a:t>
            </a:r>
          </a:p>
          <a:p xmlns:a="http://schemas.openxmlformats.org/drawingml/2006/main">
            <a:pPr algn="l">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실제 HOST 정보는 미노출</a:t>
            </a:r>
          </a:p>
        </p:txBody>
      </p:sp>
      <p:sp>
        <p:nvSpPr>
          <p:cNvPr id="15" name="">
            <a:extLst xmlns:a="http://schemas.openxmlformats.org/drawingml/2006/main">
              <a:ext uri="{FF2B5EF4-FFF2-40B4-BE49-F238E27FC236}">
                <a16:creationId xmlns:a16="http://schemas.microsoft.com/office/drawing/2014/main" id="{37AF1D81-B99F-470B-A55F-0F3D1F2FAE82}"/>
              </a:ext>
            </a:extLst>
          </p:cNvPr>
          <p:cNvSpPr>
            <a:spLocks xmlns:a="http://schemas.openxmlformats.org/drawingml/2006/main" noGrp="1"/>
          </p:cNvSpPr>
          <p:nvPr/>
        </p:nvSpPr>
        <p:spPr>
          <a:xfrm xmlns:a="http://schemas.openxmlformats.org/drawingml/2006/main">
            <a:off x="609600" y="5619750"/>
            <a:ext cx="10972800" cy="457200"/>
          </a:xfrm>
          <a:prstGeom xmlns:a="http://schemas.openxmlformats.org/drawingml/2006/main" prst="roundRect">
            <a:avLst>
              <a:gd name="adj" fmla="val 25000"/>
            </a:avLst>
          </a:prstGeom>
          <a:solidFill xmlns:a="http://schemas.openxmlformats.org/drawingml/2006/main">
            <a:srgbClr val="EAF3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8078831-F95A-4884-BFA0-31624422D97D}"/>
              </a:ext>
            </a:extLst>
          </p:cNvPr>
          <p:cNvSpPr>
            <a:spLocks xmlns:a="http://schemas.openxmlformats.org/drawingml/2006/main" noGrp="1"/>
          </p:cNvSpPr>
          <p:nvPr/>
        </p:nvSpPr>
        <p:spPr>
          <a:xfrm xmlns:a="http://schemas.openxmlformats.org/drawingml/2006/main">
            <a:off x="781050" y="5743575"/>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23384D"/>
                </a:solidFill>
                <a:latin typeface="Malgun Gothic"/>
                <a:ea typeface="Malgun Gothic"/>
                <a:cs typeface="Malgun Gothic"/>
              </a:defRPr>
            </a:defPPr>
            <a:lvl1pPr algn="l">
              <a:defRPr sz="1125" b="0">
                <a:solidFill>
                  <a:srgbClr val="23384D"/>
                </a:solidFill>
                <a:latin typeface="Malgun Gothic"/>
                <a:ea typeface="Malgun Gothic"/>
                <a:cs typeface="Malgun Gothic"/>
              </a:defRPr>
            </a:lvl1pPr>
            <a:lvl2pPr algn="l">
              <a:defRPr sz="1125" b="0">
                <a:solidFill>
                  <a:srgbClr val="23384D"/>
                </a:solidFill>
                <a:latin typeface="Malgun Gothic"/>
                <a:ea typeface="Malgun Gothic"/>
                <a:cs typeface="Malgun Gothic"/>
              </a:defRPr>
            </a:lvl2pPr>
            <a:lvl3pPr algn="l">
              <a:defRPr sz="1125" b="0">
                <a:solidFill>
                  <a:srgbClr val="23384D"/>
                </a:solidFill>
                <a:latin typeface="Malgun Gothic"/>
                <a:ea typeface="Malgun Gothic"/>
                <a:cs typeface="Malgun Gothic"/>
              </a:defRPr>
            </a:lvl3pPr>
            <a:lvl4pPr algn="l">
              <a:defRPr sz="1125" b="0">
                <a:solidFill>
                  <a:srgbClr val="23384D"/>
                </a:solidFill>
                <a:latin typeface="Malgun Gothic"/>
                <a:ea typeface="Malgun Gothic"/>
                <a:cs typeface="Malgun Gothic"/>
              </a:defRPr>
            </a:lvl4pPr>
            <a:lvl5pPr algn="l">
              <a:defRPr sz="1125" b="0">
                <a:solidFill>
                  <a:srgbClr val="23384D"/>
                </a:solidFill>
                <a:latin typeface="Malgun Gothic"/>
                <a:ea typeface="Malgun Gothic"/>
                <a:cs typeface="Malgun Gothic"/>
              </a:defRPr>
            </a:lvl5pPr>
            <a:lvl6pPr algn="l">
              <a:defRPr sz="1125" b="0">
                <a:solidFill>
                  <a:srgbClr val="23384D"/>
                </a:solidFill>
                <a:latin typeface="Malgun Gothic"/>
                <a:ea typeface="Malgun Gothic"/>
                <a:cs typeface="Malgun Gothic"/>
              </a:defRPr>
            </a:lvl6pPr>
            <a:lvl7pPr algn="l">
              <a:defRPr sz="1125" b="0">
                <a:solidFill>
                  <a:srgbClr val="23384D"/>
                </a:solidFill>
                <a:latin typeface="Malgun Gothic"/>
                <a:ea typeface="Malgun Gothic"/>
                <a:cs typeface="Malgun Gothic"/>
              </a:defRPr>
            </a:lvl7pPr>
            <a:lvl8pPr algn="l">
              <a:defRPr sz="1125" b="0">
                <a:solidFill>
                  <a:srgbClr val="23384D"/>
                </a:solidFill>
                <a:latin typeface="Malgun Gothic"/>
                <a:ea typeface="Malgun Gothic"/>
                <a:cs typeface="Malgun Gothic"/>
              </a:defRPr>
            </a:lvl8pPr>
            <a:lvl9pPr algn="l">
              <a:defRPr sz="1125" b="0">
                <a:solidFill>
                  <a:srgbClr val="23384D"/>
                </a:solidFill>
                <a:latin typeface="Malgun Gothic"/>
                <a:ea typeface="Malgun Gothic"/>
                <a:cs typeface="Malgun Gothic"/>
              </a:defRPr>
            </a:lvl9pPr>
          </a:lstStyle>
          <a:p xmlns:a="http://schemas.openxmlformats.org/drawingml/2006/main">
            <a:pPr algn="l">
              <a:defRPr sz="1125" b="0">
                <a:solidFill>
                  <a:srgbClr val="23384D"/>
                </a:solidFill>
                <a:latin typeface="Malgun Gothic"/>
                <a:ea typeface="Malgun Gothic"/>
                <a:cs typeface="Malgun Gothic"/>
              </a:defRPr>
            </a:pPr>
            <a:r>
              <a:rPr sz="1125" b="0">
                <a:solidFill>
                  <a:srgbClr val="23384D"/>
                </a:solidFill>
                <a:latin typeface="Malgun Gothic"/>
                <a:ea typeface="Malgun Gothic"/>
                <a:cs typeface="Malgun Gothic"/>
              </a:rPr>
              <a:t>주의  ·  카드 이미지는 앱에서 AI 생성 이미지로 표시됩니다. 화면은 로컬 개발 환경의 실제 렌더링 캡처입니다.</a:t>
            </a:r>
          </a:p>
        </p:txBody>
      </p:sp>
    </p:spTree>
    <p:extLst>
      <p:ext uri="{BB962C8B-B14F-4D97-AF65-F5344CB8AC3E}">
        <p14:creationId xmlns:p14="http://schemas.microsoft.com/office/powerpoint/2010/main" val="650299876"/>
      </p:ext>
    </p:extLst>
  </p:cSld>
</p:sld>
</file>

<file path=ppt/slides/slide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83244FB-7D88-496D-8F36-DA66277D365B}"/>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DATA MODEL  ·  READ-ONLY SNAPSHOT</a:t>
            </a:r>
          </a:p>
        </p:txBody>
      </p:sp>
      <p:sp>
        <p:nvSpPr>
          <p:cNvPr id="2" name="">
            <a:extLst xmlns:a="http://schemas.openxmlformats.org/drawingml/2006/main">
              <a:ext uri="{FF2B5EF4-FFF2-40B4-BE49-F238E27FC236}">
                <a16:creationId xmlns:a16="http://schemas.microsoft.com/office/drawing/2014/main" id="{2D2B99CE-5784-425D-A81A-36E697AC4CDC}"/>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Supabase 실제 조회: 작은 운영 데이터와 명확한 관계</a:t>
            </a:r>
          </a:p>
        </p:txBody>
      </p:sp>
      <p:sp>
        <p:nvSpPr>
          <p:cNvPr id="3" name="">
            <a:extLst xmlns:a="http://schemas.openxmlformats.org/drawingml/2006/main">
              <a:ext uri="{FF2B5EF4-FFF2-40B4-BE49-F238E27FC236}">
                <a16:creationId xmlns:a16="http://schemas.microsoft.com/office/drawing/2014/main" id="{7AB56DEB-4A9A-4274-9630-6FBA854EDC7C}"/>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0BDFE09-45A5-428C-9ADD-BE29FD85FB9A}"/>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164436AE-CF27-4FA2-95D5-7734270D0841}"/>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06 / 12</a:t>
            </a:r>
          </a:p>
        </p:txBody>
      </p:sp>
      <p:sp>
        <p:nvSpPr>
          <p:cNvPr id="6" name="">
            <a:extLst xmlns:a="http://schemas.openxmlformats.org/drawingml/2006/main">
              <a:ext uri="{FF2B5EF4-FFF2-40B4-BE49-F238E27FC236}">
                <a16:creationId xmlns:a16="http://schemas.microsoft.com/office/drawing/2014/main" id="{48EB0CD7-551B-493F-A78D-89D0769A52CB}"/>
              </a:ext>
            </a:extLst>
          </p:cNvPr>
          <p:cNvSpPr>
            <a:spLocks xmlns:a="http://schemas.openxmlformats.org/drawingml/2006/main" noGrp="1"/>
          </p:cNvSpPr>
          <p:nvPr/>
        </p:nvSpPr>
        <p:spPr>
          <a:xfrm xmlns:a="http://schemas.openxmlformats.org/drawingml/2006/main">
            <a:off x="609600" y="1657350"/>
            <a:ext cx="33909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8E79E7B1-D7EE-4267-897B-0612422D11DE}"/>
              </a:ext>
            </a:extLst>
          </p:cNvPr>
          <p:cNvSpPr>
            <a:spLocks xmlns:a="http://schemas.openxmlformats.org/drawingml/2006/main" noGrp="1"/>
          </p:cNvSpPr>
          <p:nvPr/>
        </p:nvSpPr>
        <p:spPr>
          <a:xfrm xmlns:a="http://schemas.openxmlformats.org/drawingml/2006/main">
            <a:off x="781050" y="1771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2768A"/>
                </a:solidFill>
                <a:latin typeface="Malgun Gothic"/>
                <a:ea typeface="Malgun Gothic"/>
                <a:cs typeface="Malgun Gothic"/>
              </a:defRPr>
            </a:defPPr>
            <a:lvl1pPr algn="l">
              <a:defRPr sz="1125" b="0">
                <a:solidFill>
                  <a:srgbClr val="62768A"/>
                </a:solidFill>
                <a:latin typeface="Malgun Gothic"/>
                <a:ea typeface="Malgun Gothic"/>
                <a:cs typeface="Malgun Gothic"/>
              </a:defRPr>
            </a:lvl1pPr>
            <a:lvl2pPr algn="l">
              <a:defRPr sz="1125" b="0">
                <a:solidFill>
                  <a:srgbClr val="62768A"/>
                </a:solidFill>
                <a:latin typeface="Malgun Gothic"/>
                <a:ea typeface="Malgun Gothic"/>
                <a:cs typeface="Malgun Gothic"/>
              </a:defRPr>
            </a:lvl2pPr>
            <a:lvl3pPr algn="l">
              <a:defRPr sz="1125" b="0">
                <a:solidFill>
                  <a:srgbClr val="62768A"/>
                </a:solidFill>
                <a:latin typeface="Malgun Gothic"/>
                <a:ea typeface="Malgun Gothic"/>
                <a:cs typeface="Malgun Gothic"/>
              </a:defRPr>
            </a:lvl3pPr>
            <a:lvl4pPr algn="l">
              <a:defRPr sz="1125" b="0">
                <a:solidFill>
                  <a:srgbClr val="62768A"/>
                </a:solidFill>
                <a:latin typeface="Malgun Gothic"/>
                <a:ea typeface="Malgun Gothic"/>
                <a:cs typeface="Malgun Gothic"/>
              </a:defRPr>
            </a:lvl4pPr>
            <a:lvl5pPr algn="l">
              <a:defRPr sz="1125" b="0">
                <a:solidFill>
                  <a:srgbClr val="62768A"/>
                </a:solidFill>
                <a:latin typeface="Malgun Gothic"/>
                <a:ea typeface="Malgun Gothic"/>
                <a:cs typeface="Malgun Gothic"/>
              </a:defRPr>
            </a:lvl5pPr>
            <a:lvl6pPr algn="l">
              <a:defRPr sz="1125" b="0">
                <a:solidFill>
                  <a:srgbClr val="62768A"/>
                </a:solidFill>
                <a:latin typeface="Malgun Gothic"/>
                <a:ea typeface="Malgun Gothic"/>
                <a:cs typeface="Malgun Gothic"/>
              </a:defRPr>
            </a:lvl6pPr>
            <a:lvl7pPr algn="l">
              <a:defRPr sz="1125" b="0">
                <a:solidFill>
                  <a:srgbClr val="62768A"/>
                </a:solidFill>
                <a:latin typeface="Malgun Gothic"/>
                <a:ea typeface="Malgun Gothic"/>
                <a:cs typeface="Malgun Gothic"/>
              </a:defRPr>
            </a:lvl7pPr>
            <a:lvl8pPr algn="l">
              <a:defRPr sz="1125" b="0">
                <a:solidFill>
                  <a:srgbClr val="62768A"/>
                </a:solidFill>
                <a:latin typeface="Malgun Gothic"/>
                <a:ea typeface="Malgun Gothic"/>
                <a:cs typeface="Malgun Gothic"/>
              </a:defRPr>
            </a:lvl8pPr>
            <a:lvl9pPr algn="l">
              <a:defRPr sz="1125" b="0">
                <a:solidFill>
                  <a:srgbClr val="62768A"/>
                </a:solidFill>
                <a:latin typeface="Malgun Gothic"/>
                <a:ea typeface="Malgun Gothic"/>
                <a:cs typeface="Malgun Gothic"/>
              </a:defRPr>
            </a:lvl9pPr>
          </a:lstStyle>
          <a:p xmlns:a="http://schemas.openxmlformats.org/drawingml/2006/main">
            <a:pPr algn="l">
              <a:defRPr sz="1125" b="0">
                <a:solidFill>
                  <a:srgbClr val="62768A"/>
                </a:solidFill>
                <a:latin typeface="Malgun Gothic"/>
                <a:ea typeface="Malgun Gothic"/>
                <a:cs typeface="Malgun Gothic"/>
              </a:defRPr>
            </a:pPr>
            <a:r>
              <a:rPr sz="1125" b="0">
                <a:solidFill>
                  <a:srgbClr val="62768A"/>
                </a:solidFill>
                <a:latin typeface="Malgun Gothic"/>
                <a:ea typeface="Malgun Gothic"/>
                <a:cs typeface="Malgun Gothic"/>
              </a:rPr>
              <a:t>호스트</a:t>
            </a:r>
          </a:p>
        </p:txBody>
      </p:sp>
      <p:sp>
        <p:nvSpPr>
          <p:cNvPr id="8" name="">
            <a:extLst xmlns:a="http://schemas.openxmlformats.org/drawingml/2006/main">
              <a:ext uri="{FF2B5EF4-FFF2-40B4-BE49-F238E27FC236}">
                <a16:creationId xmlns:a16="http://schemas.microsoft.com/office/drawing/2014/main" id="{7BEA2649-D91E-42DF-ABBE-23BF40D72A18}"/>
              </a:ext>
            </a:extLst>
          </p:cNvPr>
          <p:cNvSpPr>
            <a:spLocks xmlns:a="http://schemas.openxmlformats.org/drawingml/2006/main" noGrp="1"/>
          </p:cNvSpPr>
          <p:nvPr/>
        </p:nvSpPr>
        <p:spPr>
          <a:xfrm xmlns:a="http://schemas.openxmlformats.org/drawingml/2006/main">
            <a:off x="3162300" y="17716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100" b="1">
                <a:solidFill>
                  <a:srgbClr val="2E78BD"/>
                </a:solidFill>
                <a:latin typeface="Malgun Gothic"/>
                <a:ea typeface="Malgun Gothic"/>
                <a:cs typeface="Malgun Gothic"/>
              </a:defRPr>
            </a:defPPr>
            <a:lvl1pPr algn="r">
              <a:defRPr sz="2100" b="1">
                <a:solidFill>
                  <a:srgbClr val="2E78BD"/>
                </a:solidFill>
                <a:latin typeface="Malgun Gothic"/>
                <a:ea typeface="Malgun Gothic"/>
                <a:cs typeface="Malgun Gothic"/>
              </a:defRPr>
            </a:lvl1pPr>
            <a:lvl2pPr algn="r">
              <a:defRPr sz="2100" b="1">
                <a:solidFill>
                  <a:srgbClr val="2E78BD"/>
                </a:solidFill>
                <a:latin typeface="Malgun Gothic"/>
                <a:ea typeface="Malgun Gothic"/>
                <a:cs typeface="Malgun Gothic"/>
              </a:defRPr>
            </a:lvl2pPr>
            <a:lvl3pPr algn="r">
              <a:defRPr sz="2100" b="1">
                <a:solidFill>
                  <a:srgbClr val="2E78BD"/>
                </a:solidFill>
                <a:latin typeface="Malgun Gothic"/>
                <a:ea typeface="Malgun Gothic"/>
                <a:cs typeface="Malgun Gothic"/>
              </a:defRPr>
            </a:lvl3pPr>
            <a:lvl4pPr algn="r">
              <a:defRPr sz="2100" b="1">
                <a:solidFill>
                  <a:srgbClr val="2E78BD"/>
                </a:solidFill>
                <a:latin typeface="Malgun Gothic"/>
                <a:ea typeface="Malgun Gothic"/>
                <a:cs typeface="Malgun Gothic"/>
              </a:defRPr>
            </a:lvl4pPr>
            <a:lvl5pPr algn="r">
              <a:defRPr sz="2100" b="1">
                <a:solidFill>
                  <a:srgbClr val="2E78BD"/>
                </a:solidFill>
                <a:latin typeface="Malgun Gothic"/>
                <a:ea typeface="Malgun Gothic"/>
                <a:cs typeface="Malgun Gothic"/>
              </a:defRPr>
            </a:lvl5pPr>
            <a:lvl6pPr algn="r">
              <a:defRPr sz="2100" b="1">
                <a:solidFill>
                  <a:srgbClr val="2E78BD"/>
                </a:solidFill>
                <a:latin typeface="Malgun Gothic"/>
                <a:ea typeface="Malgun Gothic"/>
                <a:cs typeface="Malgun Gothic"/>
              </a:defRPr>
            </a:lvl6pPr>
            <a:lvl7pPr algn="r">
              <a:defRPr sz="2100" b="1">
                <a:solidFill>
                  <a:srgbClr val="2E78BD"/>
                </a:solidFill>
                <a:latin typeface="Malgun Gothic"/>
                <a:ea typeface="Malgun Gothic"/>
                <a:cs typeface="Malgun Gothic"/>
              </a:defRPr>
            </a:lvl7pPr>
            <a:lvl8pPr algn="r">
              <a:defRPr sz="2100" b="1">
                <a:solidFill>
                  <a:srgbClr val="2E78BD"/>
                </a:solidFill>
                <a:latin typeface="Malgun Gothic"/>
                <a:ea typeface="Malgun Gothic"/>
                <a:cs typeface="Malgun Gothic"/>
              </a:defRPr>
            </a:lvl8pPr>
            <a:lvl9pPr algn="r">
              <a:defRPr sz="2100" b="1">
                <a:solidFill>
                  <a:srgbClr val="2E78BD"/>
                </a:solidFill>
                <a:latin typeface="Malgun Gothic"/>
                <a:ea typeface="Malgun Gothic"/>
                <a:cs typeface="Malgun Gothic"/>
              </a:defRPr>
            </a:lvl9pPr>
          </a:lstStyle>
          <a:p xmlns:a="http://schemas.openxmlformats.org/drawingml/2006/main">
            <a:pPr algn="r">
              <a:defRPr sz="2100" b="1">
                <a:solidFill>
                  <a:srgbClr val="2E78BD"/>
                </a:solidFill>
                <a:latin typeface="Malgun Gothic"/>
                <a:ea typeface="Malgun Gothic"/>
                <a:cs typeface="Malgun Gothic"/>
              </a:defRPr>
            </a:pPr>
            <a:r>
              <a:rPr sz="2100" b="1">
                <a:solidFill>
                  <a:srgbClr val="2E78BD"/>
                </a:solidFill>
                <a:latin typeface="Malgun Gothic"/>
                <a:ea typeface="Malgun Gothic"/>
                <a:cs typeface="Malgun Gothic"/>
              </a:rPr>
              <a:t>2</a:t>
            </a:r>
          </a:p>
        </p:txBody>
      </p:sp>
      <p:sp>
        <p:nvSpPr>
          <p:cNvPr id="9" name="">
            <a:extLst xmlns:a="http://schemas.openxmlformats.org/drawingml/2006/main">
              <a:ext uri="{FF2B5EF4-FFF2-40B4-BE49-F238E27FC236}">
                <a16:creationId xmlns:a16="http://schemas.microsoft.com/office/drawing/2014/main" id="{C6E7F44A-451E-46D0-8A34-1D2AE2FDFB41}"/>
              </a:ext>
            </a:extLst>
          </p:cNvPr>
          <p:cNvSpPr>
            <a:spLocks xmlns:a="http://schemas.openxmlformats.org/drawingml/2006/main" noGrp="1"/>
          </p:cNvSpPr>
          <p:nvPr/>
        </p:nvSpPr>
        <p:spPr>
          <a:xfrm xmlns:a="http://schemas.openxmlformats.org/drawingml/2006/main">
            <a:off x="4286250" y="1657350"/>
            <a:ext cx="33909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CE5EA"/>
            </a:solidFill>
            <a:prstDash val="solid"/>
          </a:ln>
        </p:spPr>
      </p:sp>
      <p:sp>
        <p:nvSpPr>
          <p:cNvPr id="10" name="">
            <a:extLst xmlns:a="http://schemas.openxmlformats.org/drawingml/2006/main">
              <a:ext uri="{FF2B5EF4-FFF2-40B4-BE49-F238E27FC236}">
                <a16:creationId xmlns:a16="http://schemas.microsoft.com/office/drawing/2014/main" id="{152A1525-4459-4DD8-B89D-2CA4A7309986}"/>
              </a:ext>
            </a:extLst>
          </p:cNvPr>
          <p:cNvSpPr>
            <a:spLocks xmlns:a="http://schemas.openxmlformats.org/drawingml/2006/main" noGrp="1"/>
          </p:cNvSpPr>
          <p:nvPr/>
        </p:nvSpPr>
        <p:spPr>
          <a:xfrm xmlns:a="http://schemas.openxmlformats.org/drawingml/2006/main">
            <a:off x="4457700" y="1771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2768A"/>
                </a:solidFill>
                <a:latin typeface="Malgun Gothic"/>
                <a:ea typeface="Malgun Gothic"/>
                <a:cs typeface="Malgun Gothic"/>
              </a:defRPr>
            </a:defPPr>
            <a:lvl1pPr algn="l">
              <a:defRPr sz="1125" b="0">
                <a:solidFill>
                  <a:srgbClr val="62768A"/>
                </a:solidFill>
                <a:latin typeface="Malgun Gothic"/>
                <a:ea typeface="Malgun Gothic"/>
                <a:cs typeface="Malgun Gothic"/>
              </a:defRPr>
            </a:lvl1pPr>
            <a:lvl2pPr algn="l">
              <a:defRPr sz="1125" b="0">
                <a:solidFill>
                  <a:srgbClr val="62768A"/>
                </a:solidFill>
                <a:latin typeface="Malgun Gothic"/>
                <a:ea typeface="Malgun Gothic"/>
                <a:cs typeface="Malgun Gothic"/>
              </a:defRPr>
            </a:lvl2pPr>
            <a:lvl3pPr algn="l">
              <a:defRPr sz="1125" b="0">
                <a:solidFill>
                  <a:srgbClr val="62768A"/>
                </a:solidFill>
                <a:latin typeface="Malgun Gothic"/>
                <a:ea typeface="Malgun Gothic"/>
                <a:cs typeface="Malgun Gothic"/>
              </a:defRPr>
            </a:lvl3pPr>
            <a:lvl4pPr algn="l">
              <a:defRPr sz="1125" b="0">
                <a:solidFill>
                  <a:srgbClr val="62768A"/>
                </a:solidFill>
                <a:latin typeface="Malgun Gothic"/>
                <a:ea typeface="Malgun Gothic"/>
                <a:cs typeface="Malgun Gothic"/>
              </a:defRPr>
            </a:lvl4pPr>
            <a:lvl5pPr algn="l">
              <a:defRPr sz="1125" b="0">
                <a:solidFill>
                  <a:srgbClr val="62768A"/>
                </a:solidFill>
                <a:latin typeface="Malgun Gothic"/>
                <a:ea typeface="Malgun Gothic"/>
                <a:cs typeface="Malgun Gothic"/>
              </a:defRPr>
            </a:lvl5pPr>
            <a:lvl6pPr algn="l">
              <a:defRPr sz="1125" b="0">
                <a:solidFill>
                  <a:srgbClr val="62768A"/>
                </a:solidFill>
                <a:latin typeface="Malgun Gothic"/>
                <a:ea typeface="Malgun Gothic"/>
                <a:cs typeface="Malgun Gothic"/>
              </a:defRPr>
            </a:lvl6pPr>
            <a:lvl7pPr algn="l">
              <a:defRPr sz="1125" b="0">
                <a:solidFill>
                  <a:srgbClr val="62768A"/>
                </a:solidFill>
                <a:latin typeface="Malgun Gothic"/>
                <a:ea typeface="Malgun Gothic"/>
                <a:cs typeface="Malgun Gothic"/>
              </a:defRPr>
            </a:lvl7pPr>
            <a:lvl8pPr algn="l">
              <a:defRPr sz="1125" b="0">
                <a:solidFill>
                  <a:srgbClr val="62768A"/>
                </a:solidFill>
                <a:latin typeface="Malgun Gothic"/>
                <a:ea typeface="Malgun Gothic"/>
                <a:cs typeface="Malgun Gothic"/>
              </a:defRPr>
            </a:lvl8pPr>
            <a:lvl9pPr algn="l">
              <a:defRPr sz="1125" b="0">
                <a:solidFill>
                  <a:srgbClr val="62768A"/>
                </a:solidFill>
                <a:latin typeface="Malgun Gothic"/>
                <a:ea typeface="Malgun Gothic"/>
                <a:cs typeface="Malgun Gothic"/>
              </a:defRPr>
            </a:lvl9pPr>
          </a:lstStyle>
          <a:p xmlns:a="http://schemas.openxmlformats.org/drawingml/2006/main">
            <a:pPr algn="l">
              <a:defRPr sz="1125" b="0">
                <a:solidFill>
                  <a:srgbClr val="62768A"/>
                </a:solidFill>
                <a:latin typeface="Malgun Gothic"/>
                <a:ea typeface="Malgun Gothic"/>
                <a:cs typeface="Malgun Gothic"/>
              </a:defRPr>
            </a:pPr>
            <a:r>
              <a:rPr sz="1125" b="0">
                <a:solidFill>
                  <a:srgbClr val="62768A"/>
                </a:solidFill>
                <a:latin typeface="Malgun Gothic"/>
                <a:ea typeface="Malgun Gothic"/>
                <a:cs typeface="Malgun Gothic"/>
              </a:rPr>
              <a:t>체험</a:t>
            </a:r>
          </a:p>
        </p:txBody>
      </p:sp>
      <p:sp>
        <p:nvSpPr>
          <p:cNvPr id="11" name="">
            <a:extLst xmlns:a="http://schemas.openxmlformats.org/drawingml/2006/main">
              <a:ext uri="{FF2B5EF4-FFF2-40B4-BE49-F238E27FC236}">
                <a16:creationId xmlns:a16="http://schemas.microsoft.com/office/drawing/2014/main" id="{90CB3387-0E3B-4A8B-9913-C38A10E98518}"/>
              </a:ext>
            </a:extLst>
          </p:cNvPr>
          <p:cNvSpPr>
            <a:spLocks xmlns:a="http://schemas.openxmlformats.org/drawingml/2006/main" noGrp="1"/>
          </p:cNvSpPr>
          <p:nvPr/>
        </p:nvSpPr>
        <p:spPr>
          <a:xfrm xmlns:a="http://schemas.openxmlformats.org/drawingml/2006/main">
            <a:off x="6838950" y="17716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100" b="1">
                <a:solidFill>
                  <a:srgbClr val="2E78BD"/>
                </a:solidFill>
                <a:latin typeface="Malgun Gothic"/>
                <a:ea typeface="Malgun Gothic"/>
                <a:cs typeface="Malgun Gothic"/>
              </a:defRPr>
            </a:defPPr>
            <a:lvl1pPr algn="r">
              <a:defRPr sz="2100" b="1">
                <a:solidFill>
                  <a:srgbClr val="2E78BD"/>
                </a:solidFill>
                <a:latin typeface="Malgun Gothic"/>
                <a:ea typeface="Malgun Gothic"/>
                <a:cs typeface="Malgun Gothic"/>
              </a:defRPr>
            </a:lvl1pPr>
            <a:lvl2pPr algn="r">
              <a:defRPr sz="2100" b="1">
                <a:solidFill>
                  <a:srgbClr val="2E78BD"/>
                </a:solidFill>
                <a:latin typeface="Malgun Gothic"/>
                <a:ea typeface="Malgun Gothic"/>
                <a:cs typeface="Malgun Gothic"/>
              </a:defRPr>
            </a:lvl2pPr>
            <a:lvl3pPr algn="r">
              <a:defRPr sz="2100" b="1">
                <a:solidFill>
                  <a:srgbClr val="2E78BD"/>
                </a:solidFill>
                <a:latin typeface="Malgun Gothic"/>
                <a:ea typeface="Malgun Gothic"/>
                <a:cs typeface="Malgun Gothic"/>
              </a:defRPr>
            </a:lvl3pPr>
            <a:lvl4pPr algn="r">
              <a:defRPr sz="2100" b="1">
                <a:solidFill>
                  <a:srgbClr val="2E78BD"/>
                </a:solidFill>
                <a:latin typeface="Malgun Gothic"/>
                <a:ea typeface="Malgun Gothic"/>
                <a:cs typeface="Malgun Gothic"/>
              </a:defRPr>
            </a:lvl4pPr>
            <a:lvl5pPr algn="r">
              <a:defRPr sz="2100" b="1">
                <a:solidFill>
                  <a:srgbClr val="2E78BD"/>
                </a:solidFill>
                <a:latin typeface="Malgun Gothic"/>
                <a:ea typeface="Malgun Gothic"/>
                <a:cs typeface="Malgun Gothic"/>
              </a:defRPr>
            </a:lvl5pPr>
            <a:lvl6pPr algn="r">
              <a:defRPr sz="2100" b="1">
                <a:solidFill>
                  <a:srgbClr val="2E78BD"/>
                </a:solidFill>
                <a:latin typeface="Malgun Gothic"/>
                <a:ea typeface="Malgun Gothic"/>
                <a:cs typeface="Malgun Gothic"/>
              </a:defRPr>
            </a:lvl6pPr>
            <a:lvl7pPr algn="r">
              <a:defRPr sz="2100" b="1">
                <a:solidFill>
                  <a:srgbClr val="2E78BD"/>
                </a:solidFill>
                <a:latin typeface="Malgun Gothic"/>
                <a:ea typeface="Malgun Gothic"/>
                <a:cs typeface="Malgun Gothic"/>
              </a:defRPr>
            </a:lvl7pPr>
            <a:lvl8pPr algn="r">
              <a:defRPr sz="2100" b="1">
                <a:solidFill>
                  <a:srgbClr val="2E78BD"/>
                </a:solidFill>
                <a:latin typeface="Malgun Gothic"/>
                <a:ea typeface="Malgun Gothic"/>
                <a:cs typeface="Malgun Gothic"/>
              </a:defRPr>
            </a:lvl8pPr>
            <a:lvl9pPr algn="r">
              <a:defRPr sz="2100" b="1">
                <a:solidFill>
                  <a:srgbClr val="2E78BD"/>
                </a:solidFill>
                <a:latin typeface="Malgun Gothic"/>
                <a:ea typeface="Malgun Gothic"/>
                <a:cs typeface="Malgun Gothic"/>
              </a:defRPr>
            </a:lvl9pPr>
          </a:lstStyle>
          <a:p xmlns:a="http://schemas.openxmlformats.org/drawingml/2006/main">
            <a:pPr algn="r">
              <a:defRPr sz="2100" b="1">
                <a:solidFill>
                  <a:srgbClr val="2E78BD"/>
                </a:solidFill>
                <a:latin typeface="Malgun Gothic"/>
                <a:ea typeface="Malgun Gothic"/>
                <a:cs typeface="Malgun Gothic"/>
              </a:defRPr>
            </a:pPr>
            <a:r>
              <a:rPr sz="2100" b="1">
                <a:solidFill>
                  <a:srgbClr val="2E78BD"/>
                </a:solidFill>
                <a:latin typeface="Malgun Gothic"/>
                <a:ea typeface="Malgun Gothic"/>
                <a:cs typeface="Malgun Gothic"/>
              </a:rPr>
              <a:t>15</a:t>
            </a:r>
          </a:p>
        </p:txBody>
      </p:sp>
      <p:sp>
        <p:nvSpPr>
          <p:cNvPr id="12" name="">
            <a:extLst xmlns:a="http://schemas.openxmlformats.org/drawingml/2006/main">
              <a:ext uri="{FF2B5EF4-FFF2-40B4-BE49-F238E27FC236}">
                <a16:creationId xmlns:a16="http://schemas.microsoft.com/office/drawing/2014/main" id="{000CF2C2-F58D-419C-BA94-82859BF1FA20}"/>
              </a:ext>
            </a:extLst>
          </p:cNvPr>
          <p:cNvSpPr>
            <a:spLocks xmlns:a="http://schemas.openxmlformats.org/drawingml/2006/main" noGrp="1"/>
          </p:cNvSpPr>
          <p:nvPr/>
        </p:nvSpPr>
        <p:spPr>
          <a:xfrm xmlns:a="http://schemas.openxmlformats.org/drawingml/2006/main">
            <a:off x="7962900" y="1657350"/>
            <a:ext cx="33909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CE5EA"/>
            </a:solidFill>
            <a:prstDash val="solid"/>
          </a:ln>
        </p:spPr>
      </p:sp>
      <p:sp>
        <p:nvSpPr>
          <p:cNvPr id="13" name="">
            <a:extLst xmlns:a="http://schemas.openxmlformats.org/drawingml/2006/main">
              <a:ext uri="{FF2B5EF4-FFF2-40B4-BE49-F238E27FC236}">
                <a16:creationId xmlns:a16="http://schemas.microsoft.com/office/drawing/2014/main" id="{E32E1AD8-FD2E-47CA-A716-3EE5D39BD60A}"/>
              </a:ext>
            </a:extLst>
          </p:cNvPr>
          <p:cNvSpPr>
            <a:spLocks xmlns:a="http://schemas.openxmlformats.org/drawingml/2006/main" noGrp="1"/>
          </p:cNvSpPr>
          <p:nvPr/>
        </p:nvSpPr>
        <p:spPr>
          <a:xfrm xmlns:a="http://schemas.openxmlformats.org/drawingml/2006/main">
            <a:off x="8134350" y="1771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2768A"/>
                </a:solidFill>
                <a:latin typeface="Malgun Gothic"/>
                <a:ea typeface="Malgun Gothic"/>
                <a:cs typeface="Malgun Gothic"/>
              </a:defRPr>
            </a:defPPr>
            <a:lvl1pPr algn="l">
              <a:defRPr sz="1125" b="0">
                <a:solidFill>
                  <a:srgbClr val="62768A"/>
                </a:solidFill>
                <a:latin typeface="Malgun Gothic"/>
                <a:ea typeface="Malgun Gothic"/>
                <a:cs typeface="Malgun Gothic"/>
              </a:defRPr>
            </a:lvl1pPr>
            <a:lvl2pPr algn="l">
              <a:defRPr sz="1125" b="0">
                <a:solidFill>
                  <a:srgbClr val="62768A"/>
                </a:solidFill>
                <a:latin typeface="Malgun Gothic"/>
                <a:ea typeface="Malgun Gothic"/>
                <a:cs typeface="Malgun Gothic"/>
              </a:defRPr>
            </a:lvl2pPr>
            <a:lvl3pPr algn="l">
              <a:defRPr sz="1125" b="0">
                <a:solidFill>
                  <a:srgbClr val="62768A"/>
                </a:solidFill>
                <a:latin typeface="Malgun Gothic"/>
                <a:ea typeface="Malgun Gothic"/>
                <a:cs typeface="Malgun Gothic"/>
              </a:defRPr>
            </a:lvl3pPr>
            <a:lvl4pPr algn="l">
              <a:defRPr sz="1125" b="0">
                <a:solidFill>
                  <a:srgbClr val="62768A"/>
                </a:solidFill>
                <a:latin typeface="Malgun Gothic"/>
                <a:ea typeface="Malgun Gothic"/>
                <a:cs typeface="Malgun Gothic"/>
              </a:defRPr>
            </a:lvl4pPr>
            <a:lvl5pPr algn="l">
              <a:defRPr sz="1125" b="0">
                <a:solidFill>
                  <a:srgbClr val="62768A"/>
                </a:solidFill>
                <a:latin typeface="Malgun Gothic"/>
                <a:ea typeface="Malgun Gothic"/>
                <a:cs typeface="Malgun Gothic"/>
              </a:defRPr>
            </a:lvl5pPr>
            <a:lvl6pPr algn="l">
              <a:defRPr sz="1125" b="0">
                <a:solidFill>
                  <a:srgbClr val="62768A"/>
                </a:solidFill>
                <a:latin typeface="Malgun Gothic"/>
                <a:ea typeface="Malgun Gothic"/>
                <a:cs typeface="Malgun Gothic"/>
              </a:defRPr>
            </a:lvl6pPr>
            <a:lvl7pPr algn="l">
              <a:defRPr sz="1125" b="0">
                <a:solidFill>
                  <a:srgbClr val="62768A"/>
                </a:solidFill>
                <a:latin typeface="Malgun Gothic"/>
                <a:ea typeface="Malgun Gothic"/>
                <a:cs typeface="Malgun Gothic"/>
              </a:defRPr>
            </a:lvl7pPr>
            <a:lvl8pPr algn="l">
              <a:defRPr sz="1125" b="0">
                <a:solidFill>
                  <a:srgbClr val="62768A"/>
                </a:solidFill>
                <a:latin typeface="Malgun Gothic"/>
                <a:ea typeface="Malgun Gothic"/>
                <a:cs typeface="Malgun Gothic"/>
              </a:defRPr>
            </a:lvl8pPr>
            <a:lvl9pPr algn="l">
              <a:defRPr sz="1125" b="0">
                <a:solidFill>
                  <a:srgbClr val="62768A"/>
                </a:solidFill>
                <a:latin typeface="Malgun Gothic"/>
                <a:ea typeface="Malgun Gothic"/>
                <a:cs typeface="Malgun Gothic"/>
              </a:defRPr>
            </a:lvl9pPr>
          </a:lstStyle>
          <a:p xmlns:a="http://schemas.openxmlformats.org/drawingml/2006/main">
            <a:pPr algn="l">
              <a:defRPr sz="1125" b="0">
                <a:solidFill>
                  <a:srgbClr val="62768A"/>
                </a:solidFill>
                <a:latin typeface="Malgun Gothic"/>
                <a:ea typeface="Malgun Gothic"/>
                <a:cs typeface="Malgun Gothic"/>
              </a:defRPr>
            </a:pPr>
            <a:r>
              <a:rPr sz="1125" b="0">
                <a:solidFill>
                  <a:srgbClr val="62768A"/>
                </a:solidFill>
                <a:latin typeface="Malgun Gothic"/>
                <a:ea typeface="Malgun Gothic"/>
                <a:cs typeface="Malgun Gothic"/>
              </a:rPr>
              <a:t>운영 회차</a:t>
            </a:r>
          </a:p>
        </p:txBody>
      </p:sp>
      <p:sp>
        <p:nvSpPr>
          <p:cNvPr id="14" name="">
            <a:extLst xmlns:a="http://schemas.openxmlformats.org/drawingml/2006/main">
              <a:ext uri="{FF2B5EF4-FFF2-40B4-BE49-F238E27FC236}">
                <a16:creationId xmlns:a16="http://schemas.microsoft.com/office/drawing/2014/main" id="{6B02E002-1D82-491B-9C78-A1CCC1900A16}"/>
              </a:ext>
            </a:extLst>
          </p:cNvPr>
          <p:cNvSpPr>
            <a:spLocks xmlns:a="http://schemas.openxmlformats.org/drawingml/2006/main" noGrp="1"/>
          </p:cNvSpPr>
          <p:nvPr/>
        </p:nvSpPr>
        <p:spPr>
          <a:xfrm xmlns:a="http://schemas.openxmlformats.org/drawingml/2006/main">
            <a:off x="10515600" y="17716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100" b="1">
                <a:solidFill>
                  <a:srgbClr val="2E78BD"/>
                </a:solidFill>
                <a:latin typeface="Malgun Gothic"/>
                <a:ea typeface="Malgun Gothic"/>
                <a:cs typeface="Malgun Gothic"/>
              </a:defRPr>
            </a:defPPr>
            <a:lvl1pPr algn="r">
              <a:defRPr sz="2100" b="1">
                <a:solidFill>
                  <a:srgbClr val="2E78BD"/>
                </a:solidFill>
                <a:latin typeface="Malgun Gothic"/>
                <a:ea typeface="Malgun Gothic"/>
                <a:cs typeface="Malgun Gothic"/>
              </a:defRPr>
            </a:lvl1pPr>
            <a:lvl2pPr algn="r">
              <a:defRPr sz="2100" b="1">
                <a:solidFill>
                  <a:srgbClr val="2E78BD"/>
                </a:solidFill>
                <a:latin typeface="Malgun Gothic"/>
                <a:ea typeface="Malgun Gothic"/>
                <a:cs typeface="Malgun Gothic"/>
              </a:defRPr>
            </a:lvl2pPr>
            <a:lvl3pPr algn="r">
              <a:defRPr sz="2100" b="1">
                <a:solidFill>
                  <a:srgbClr val="2E78BD"/>
                </a:solidFill>
                <a:latin typeface="Malgun Gothic"/>
                <a:ea typeface="Malgun Gothic"/>
                <a:cs typeface="Malgun Gothic"/>
              </a:defRPr>
            </a:lvl3pPr>
            <a:lvl4pPr algn="r">
              <a:defRPr sz="2100" b="1">
                <a:solidFill>
                  <a:srgbClr val="2E78BD"/>
                </a:solidFill>
                <a:latin typeface="Malgun Gothic"/>
                <a:ea typeface="Malgun Gothic"/>
                <a:cs typeface="Malgun Gothic"/>
              </a:defRPr>
            </a:lvl4pPr>
            <a:lvl5pPr algn="r">
              <a:defRPr sz="2100" b="1">
                <a:solidFill>
                  <a:srgbClr val="2E78BD"/>
                </a:solidFill>
                <a:latin typeface="Malgun Gothic"/>
                <a:ea typeface="Malgun Gothic"/>
                <a:cs typeface="Malgun Gothic"/>
              </a:defRPr>
            </a:lvl5pPr>
            <a:lvl6pPr algn="r">
              <a:defRPr sz="2100" b="1">
                <a:solidFill>
                  <a:srgbClr val="2E78BD"/>
                </a:solidFill>
                <a:latin typeface="Malgun Gothic"/>
                <a:ea typeface="Malgun Gothic"/>
                <a:cs typeface="Malgun Gothic"/>
              </a:defRPr>
            </a:lvl6pPr>
            <a:lvl7pPr algn="r">
              <a:defRPr sz="2100" b="1">
                <a:solidFill>
                  <a:srgbClr val="2E78BD"/>
                </a:solidFill>
                <a:latin typeface="Malgun Gothic"/>
                <a:ea typeface="Malgun Gothic"/>
                <a:cs typeface="Malgun Gothic"/>
              </a:defRPr>
            </a:lvl7pPr>
            <a:lvl8pPr algn="r">
              <a:defRPr sz="2100" b="1">
                <a:solidFill>
                  <a:srgbClr val="2E78BD"/>
                </a:solidFill>
                <a:latin typeface="Malgun Gothic"/>
                <a:ea typeface="Malgun Gothic"/>
                <a:cs typeface="Malgun Gothic"/>
              </a:defRPr>
            </a:lvl8pPr>
            <a:lvl9pPr algn="r">
              <a:defRPr sz="2100" b="1">
                <a:solidFill>
                  <a:srgbClr val="2E78BD"/>
                </a:solidFill>
                <a:latin typeface="Malgun Gothic"/>
                <a:ea typeface="Malgun Gothic"/>
                <a:cs typeface="Malgun Gothic"/>
              </a:defRPr>
            </a:lvl9pPr>
          </a:lstStyle>
          <a:p xmlns:a="http://schemas.openxmlformats.org/drawingml/2006/main">
            <a:pPr algn="r">
              <a:defRPr sz="2100" b="1">
                <a:solidFill>
                  <a:srgbClr val="2E78BD"/>
                </a:solidFill>
                <a:latin typeface="Malgun Gothic"/>
                <a:ea typeface="Malgun Gothic"/>
                <a:cs typeface="Malgun Gothic"/>
              </a:defRPr>
            </a:pPr>
            <a:r>
              <a:rPr sz="2100" b="1">
                <a:solidFill>
                  <a:srgbClr val="2E78BD"/>
                </a:solidFill>
                <a:latin typeface="Malgun Gothic"/>
                <a:ea typeface="Malgun Gothic"/>
                <a:cs typeface="Malgun Gothic"/>
              </a:rPr>
              <a:t>19</a:t>
            </a:r>
          </a:p>
        </p:txBody>
      </p:sp>
      <p:sp>
        <p:nvSpPr>
          <p:cNvPr id="15" name="">
            <a:extLst xmlns:a="http://schemas.openxmlformats.org/drawingml/2006/main">
              <a:ext uri="{FF2B5EF4-FFF2-40B4-BE49-F238E27FC236}">
                <a16:creationId xmlns:a16="http://schemas.microsoft.com/office/drawing/2014/main" id="{C1CA0828-C470-4CD1-9422-66C0499DBA6B}"/>
              </a:ext>
            </a:extLst>
          </p:cNvPr>
          <p:cNvSpPr>
            <a:spLocks xmlns:a="http://schemas.openxmlformats.org/drawingml/2006/main" noGrp="1"/>
          </p:cNvSpPr>
          <p:nvPr/>
        </p:nvSpPr>
        <p:spPr>
          <a:xfrm xmlns:a="http://schemas.openxmlformats.org/drawingml/2006/main">
            <a:off x="609600" y="2533650"/>
            <a:ext cx="33909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CE5EA"/>
            </a:solidFill>
            <a:prstDash val="solid"/>
          </a:ln>
        </p:spPr>
      </p:sp>
      <p:sp>
        <p:nvSpPr>
          <p:cNvPr id="16" name="">
            <a:extLst xmlns:a="http://schemas.openxmlformats.org/drawingml/2006/main">
              <a:ext uri="{FF2B5EF4-FFF2-40B4-BE49-F238E27FC236}">
                <a16:creationId xmlns:a16="http://schemas.microsoft.com/office/drawing/2014/main" id="{44A2C970-7EC6-4D27-AE4B-51870A28F555}"/>
              </a:ext>
            </a:extLst>
          </p:cNvPr>
          <p:cNvSpPr>
            <a:spLocks xmlns:a="http://schemas.openxmlformats.org/drawingml/2006/main" noGrp="1"/>
          </p:cNvSpPr>
          <p:nvPr/>
        </p:nvSpPr>
        <p:spPr>
          <a:xfrm xmlns:a="http://schemas.openxmlformats.org/drawingml/2006/main">
            <a:off x="781050" y="26479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2768A"/>
                </a:solidFill>
                <a:latin typeface="Malgun Gothic"/>
                <a:ea typeface="Malgun Gothic"/>
                <a:cs typeface="Malgun Gothic"/>
              </a:defRPr>
            </a:defPPr>
            <a:lvl1pPr algn="l">
              <a:defRPr sz="1125" b="0">
                <a:solidFill>
                  <a:srgbClr val="62768A"/>
                </a:solidFill>
                <a:latin typeface="Malgun Gothic"/>
                <a:ea typeface="Malgun Gothic"/>
                <a:cs typeface="Malgun Gothic"/>
              </a:defRPr>
            </a:lvl1pPr>
            <a:lvl2pPr algn="l">
              <a:defRPr sz="1125" b="0">
                <a:solidFill>
                  <a:srgbClr val="62768A"/>
                </a:solidFill>
                <a:latin typeface="Malgun Gothic"/>
                <a:ea typeface="Malgun Gothic"/>
                <a:cs typeface="Malgun Gothic"/>
              </a:defRPr>
            </a:lvl2pPr>
            <a:lvl3pPr algn="l">
              <a:defRPr sz="1125" b="0">
                <a:solidFill>
                  <a:srgbClr val="62768A"/>
                </a:solidFill>
                <a:latin typeface="Malgun Gothic"/>
                <a:ea typeface="Malgun Gothic"/>
                <a:cs typeface="Malgun Gothic"/>
              </a:defRPr>
            </a:lvl3pPr>
            <a:lvl4pPr algn="l">
              <a:defRPr sz="1125" b="0">
                <a:solidFill>
                  <a:srgbClr val="62768A"/>
                </a:solidFill>
                <a:latin typeface="Malgun Gothic"/>
                <a:ea typeface="Malgun Gothic"/>
                <a:cs typeface="Malgun Gothic"/>
              </a:defRPr>
            </a:lvl4pPr>
            <a:lvl5pPr algn="l">
              <a:defRPr sz="1125" b="0">
                <a:solidFill>
                  <a:srgbClr val="62768A"/>
                </a:solidFill>
                <a:latin typeface="Malgun Gothic"/>
                <a:ea typeface="Malgun Gothic"/>
                <a:cs typeface="Malgun Gothic"/>
              </a:defRPr>
            </a:lvl5pPr>
            <a:lvl6pPr algn="l">
              <a:defRPr sz="1125" b="0">
                <a:solidFill>
                  <a:srgbClr val="62768A"/>
                </a:solidFill>
                <a:latin typeface="Malgun Gothic"/>
                <a:ea typeface="Malgun Gothic"/>
                <a:cs typeface="Malgun Gothic"/>
              </a:defRPr>
            </a:lvl6pPr>
            <a:lvl7pPr algn="l">
              <a:defRPr sz="1125" b="0">
                <a:solidFill>
                  <a:srgbClr val="62768A"/>
                </a:solidFill>
                <a:latin typeface="Malgun Gothic"/>
                <a:ea typeface="Malgun Gothic"/>
                <a:cs typeface="Malgun Gothic"/>
              </a:defRPr>
            </a:lvl7pPr>
            <a:lvl8pPr algn="l">
              <a:defRPr sz="1125" b="0">
                <a:solidFill>
                  <a:srgbClr val="62768A"/>
                </a:solidFill>
                <a:latin typeface="Malgun Gothic"/>
                <a:ea typeface="Malgun Gothic"/>
                <a:cs typeface="Malgun Gothic"/>
              </a:defRPr>
            </a:lvl8pPr>
            <a:lvl9pPr algn="l">
              <a:defRPr sz="1125" b="0">
                <a:solidFill>
                  <a:srgbClr val="62768A"/>
                </a:solidFill>
                <a:latin typeface="Malgun Gothic"/>
                <a:ea typeface="Malgun Gothic"/>
                <a:cs typeface="Malgun Gothic"/>
              </a:defRPr>
            </a:lvl9pPr>
          </a:lstStyle>
          <a:p xmlns:a="http://schemas.openxmlformats.org/drawingml/2006/main">
            <a:pPr algn="l">
              <a:defRPr sz="1125" b="0">
                <a:solidFill>
                  <a:srgbClr val="62768A"/>
                </a:solidFill>
                <a:latin typeface="Malgun Gothic"/>
                <a:ea typeface="Malgun Gothic"/>
                <a:cs typeface="Malgun Gothic"/>
              </a:defRPr>
            </a:pPr>
            <a:r>
              <a:rPr sz="1125" b="0">
                <a:solidFill>
                  <a:srgbClr val="62768A"/>
                </a:solidFill>
                <a:latin typeface="Malgun Gothic"/>
                <a:ea typeface="Malgun Gothic"/>
                <a:cs typeface="Malgun Gothic"/>
              </a:rPr>
              <a:t>일정 단계</a:t>
            </a:r>
          </a:p>
        </p:txBody>
      </p:sp>
      <p:sp>
        <p:nvSpPr>
          <p:cNvPr id="17" name="">
            <a:extLst xmlns:a="http://schemas.openxmlformats.org/drawingml/2006/main">
              <a:ext uri="{FF2B5EF4-FFF2-40B4-BE49-F238E27FC236}">
                <a16:creationId xmlns:a16="http://schemas.microsoft.com/office/drawing/2014/main" id="{117AE3F9-63E8-4A43-82E1-7208A2C46B48}"/>
              </a:ext>
            </a:extLst>
          </p:cNvPr>
          <p:cNvSpPr>
            <a:spLocks xmlns:a="http://schemas.openxmlformats.org/drawingml/2006/main" noGrp="1"/>
          </p:cNvSpPr>
          <p:nvPr/>
        </p:nvSpPr>
        <p:spPr>
          <a:xfrm xmlns:a="http://schemas.openxmlformats.org/drawingml/2006/main">
            <a:off x="3162300" y="26479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100" b="1">
                <a:solidFill>
                  <a:srgbClr val="2E78BD"/>
                </a:solidFill>
                <a:latin typeface="Malgun Gothic"/>
                <a:ea typeface="Malgun Gothic"/>
                <a:cs typeface="Malgun Gothic"/>
              </a:defRPr>
            </a:defPPr>
            <a:lvl1pPr algn="r">
              <a:defRPr sz="2100" b="1">
                <a:solidFill>
                  <a:srgbClr val="2E78BD"/>
                </a:solidFill>
                <a:latin typeface="Malgun Gothic"/>
                <a:ea typeface="Malgun Gothic"/>
                <a:cs typeface="Malgun Gothic"/>
              </a:defRPr>
            </a:lvl1pPr>
            <a:lvl2pPr algn="r">
              <a:defRPr sz="2100" b="1">
                <a:solidFill>
                  <a:srgbClr val="2E78BD"/>
                </a:solidFill>
                <a:latin typeface="Malgun Gothic"/>
                <a:ea typeface="Malgun Gothic"/>
                <a:cs typeface="Malgun Gothic"/>
              </a:defRPr>
            </a:lvl2pPr>
            <a:lvl3pPr algn="r">
              <a:defRPr sz="2100" b="1">
                <a:solidFill>
                  <a:srgbClr val="2E78BD"/>
                </a:solidFill>
                <a:latin typeface="Malgun Gothic"/>
                <a:ea typeface="Malgun Gothic"/>
                <a:cs typeface="Malgun Gothic"/>
              </a:defRPr>
            </a:lvl3pPr>
            <a:lvl4pPr algn="r">
              <a:defRPr sz="2100" b="1">
                <a:solidFill>
                  <a:srgbClr val="2E78BD"/>
                </a:solidFill>
                <a:latin typeface="Malgun Gothic"/>
                <a:ea typeface="Malgun Gothic"/>
                <a:cs typeface="Malgun Gothic"/>
              </a:defRPr>
            </a:lvl4pPr>
            <a:lvl5pPr algn="r">
              <a:defRPr sz="2100" b="1">
                <a:solidFill>
                  <a:srgbClr val="2E78BD"/>
                </a:solidFill>
                <a:latin typeface="Malgun Gothic"/>
                <a:ea typeface="Malgun Gothic"/>
                <a:cs typeface="Malgun Gothic"/>
              </a:defRPr>
            </a:lvl5pPr>
            <a:lvl6pPr algn="r">
              <a:defRPr sz="2100" b="1">
                <a:solidFill>
                  <a:srgbClr val="2E78BD"/>
                </a:solidFill>
                <a:latin typeface="Malgun Gothic"/>
                <a:ea typeface="Malgun Gothic"/>
                <a:cs typeface="Malgun Gothic"/>
              </a:defRPr>
            </a:lvl6pPr>
            <a:lvl7pPr algn="r">
              <a:defRPr sz="2100" b="1">
                <a:solidFill>
                  <a:srgbClr val="2E78BD"/>
                </a:solidFill>
                <a:latin typeface="Malgun Gothic"/>
                <a:ea typeface="Malgun Gothic"/>
                <a:cs typeface="Malgun Gothic"/>
              </a:defRPr>
            </a:lvl7pPr>
            <a:lvl8pPr algn="r">
              <a:defRPr sz="2100" b="1">
                <a:solidFill>
                  <a:srgbClr val="2E78BD"/>
                </a:solidFill>
                <a:latin typeface="Malgun Gothic"/>
                <a:ea typeface="Malgun Gothic"/>
                <a:cs typeface="Malgun Gothic"/>
              </a:defRPr>
            </a:lvl8pPr>
            <a:lvl9pPr algn="r">
              <a:defRPr sz="2100" b="1">
                <a:solidFill>
                  <a:srgbClr val="2E78BD"/>
                </a:solidFill>
                <a:latin typeface="Malgun Gothic"/>
                <a:ea typeface="Malgun Gothic"/>
                <a:cs typeface="Malgun Gothic"/>
              </a:defRPr>
            </a:lvl9pPr>
          </a:lstStyle>
          <a:p xmlns:a="http://schemas.openxmlformats.org/drawingml/2006/main">
            <a:pPr algn="r">
              <a:defRPr sz="2100" b="1">
                <a:solidFill>
                  <a:srgbClr val="2E78BD"/>
                </a:solidFill>
                <a:latin typeface="Malgun Gothic"/>
                <a:ea typeface="Malgun Gothic"/>
                <a:cs typeface="Malgun Gothic"/>
              </a:defRPr>
            </a:pPr>
            <a:r>
              <a:rPr sz="2100" b="1">
                <a:solidFill>
                  <a:srgbClr val="2E78BD"/>
                </a:solidFill>
                <a:latin typeface="Malgun Gothic"/>
                <a:ea typeface="Malgun Gothic"/>
                <a:cs typeface="Malgun Gothic"/>
              </a:rPr>
              <a:t>68</a:t>
            </a:r>
          </a:p>
        </p:txBody>
      </p:sp>
      <p:sp>
        <p:nvSpPr>
          <p:cNvPr id="18" name="">
            <a:extLst xmlns:a="http://schemas.openxmlformats.org/drawingml/2006/main">
              <a:ext uri="{FF2B5EF4-FFF2-40B4-BE49-F238E27FC236}">
                <a16:creationId xmlns:a16="http://schemas.microsoft.com/office/drawing/2014/main" id="{D8FE1B73-291E-455F-BE77-60CC28FFACB5}"/>
              </a:ext>
            </a:extLst>
          </p:cNvPr>
          <p:cNvSpPr>
            <a:spLocks xmlns:a="http://schemas.openxmlformats.org/drawingml/2006/main" noGrp="1"/>
          </p:cNvSpPr>
          <p:nvPr/>
        </p:nvSpPr>
        <p:spPr>
          <a:xfrm xmlns:a="http://schemas.openxmlformats.org/drawingml/2006/main">
            <a:off x="4286250" y="2533650"/>
            <a:ext cx="33909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CE5EA"/>
            </a:solidFill>
            <a:prstDash val="solid"/>
          </a:ln>
        </p:spPr>
      </p:sp>
      <p:sp>
        <p:nvSpPr>
          <p:cNvPr id="19" name="">
            <a:extLst xmlns:a="http://schemas.openxmlformats.org/drawingml/2006/main">
              <a:ext uri="{FF2B5EF4-FFF2-40B4-BE49-F238E27FC236}">
                <a16:creationId xmlns:a16="http://schemas.microsoft.com/office/drawing/2014/main" id="{8B2F9A2A-26AD-4C6C-8357-AD7474A853E7}"/>
              </a:ext>
            </a:extLst>
          </p:cNvPr>
          <p:cNvSpPr>
            <a:spLocks xmlns:a="http://schemas.openxmlformats.org/drawingml/2006/main" noGrp="1"/>
          </p:cNvSpPr>
          <p:nvPr/>
        </p:nvSpPr>
        <p:spPr>
          <a:xfrm xmlns:a="http://schemas.openxmlformats.org/drawingml/2006/main">
            <a:off x="4457700" y="26479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2768A"/>
                </a:solidFill>
                <a:latin typeface="Malgun Gothic"/>
                <a:ea typeface="Malgun Gothic"/>
                <a:cs typeface="Malgun Gothic"/>
              </a:defRPr>
            </a:defPPr>
            <a:lvl1pPr algn="l">
              <a:defRPr sz="1125" b="0">
                <a:solidFill>
                  <a:srgbClr val="62768A"/>
                </a:solidFill>
                <a:latin typeface="Malgun Gothic"/>
                <a:ea typeface="Malgun Gothic"/>
                <a:cs typeface="Malgun Gothic"/>
              </a:defRPr>
            </a:lvl1pPr>
            <a:lvl2pPr algn="l">
              <a:defRPr sz="1125" b="0">
                <a:solidFill>
                  <a:srgbClr val="62768A"/>
                </a:solidFill>
                <a:latin typeface="Malgun Gothic"/>
                <a:ea typeface="Malgun Gothic"/>
                <a:cs typeface="Malgun Gothic"/>
              </a:defRPr>
            </a:lvl2pPr>
            <a:lvl3pPr algn="l">
              <a:defRPr sz="1125" b="0">
                <a:solidFill>
                  <a:srgbClr val="62768A"/>
                </a:solidFill>
                <a:latin typeface="Malgun Gothic"/>
                <a:ea typeface="Malgun Gothic"/>
                <a:cs typeface="Malgun Gothic"/>
              </a:defRPr>
            </a:lvl3pPr>
            <a:lvl4pPr algn="l">
              <a:defRPr sz="1125" b="0">
                <a:solidFill>
                  <a:srgbClr val="62768A"/>
                </a:solidFill>
                <a:latin typeface="Malgun Gothic"/>
                <a:ea typeface="Malgun Gothic"/>
                <a:cs typeface="Malgun Gothic"/>
              </a:defRPr>
            </a:lvl4pPr>
            <a:lvl5pPr algn="l">
              <a:defRPr sz="1125" b="0">
                <a:solidFill>
                  <a:srgbClr val="62768A"/>
                </a:solidFill>
                <a:latin typeface="Malgun Gothic"/>
                <a:ea typeface="Malgun Gothic"/>
                <a:cs typeface="Malgun Gothic"/>
              </a:defRPr>
            </a:lvl5pPr>
            <a:lvl6pPr algn="l">
              <a:defRPr sz="1125" b="0">
                <a:solidFill>
                  <a:srgbClr val="62768A"/>
                </a:solidFill>
                <a:latin typeface="Malgun Gothic"/>
                <a:ea typeface="Malgun Gothic"/>
                <a:cs typeface="Malgun Gothic"/>
              </a:defRPr>
            </a:lvl6pPr>
            <a:lvl7pPr algn="l">
              <a:defRPr sz="1125" b="0">
                <a:solidFill>
                  <a:srgbClr val="62768A"/>
                </a:solidFill>
                <a:latin typeface="Malgun Gothic"/>
                <a:ea typeface="Malgun Gothic"/>
                <a:cs typeface="Malgun Gothic"/>
              </a:defRPr>
            </a:lvl7pPr>
            <a:lvl8pPr algn="l">
              <a:defRPr sz="1125" b="0">
                <a:solidFill>
                  <a:srgbClr val="62768A"/>
                </a:solidFill>
                <a:latin typeface="Malgun Gothic"/>
                <a:ea typeface="Malgun Gothic"/>
                <a:cs typeface="Malgun Gothic"/>
              </a:defRPr>
            </a:lvl8pPr>
            <a:lvl9pPr algn="l">
              <a:defRPr sz="1125" b="0">
                <a:solidFill>
                  <a:srgbClr val="62768A"/>
                </a:solidFill>
                <a:latin typeface="Malgun Gothic"/>
                <a:ea typeface="Malgun Gothic"/>
                <a:cs typeface="Malgun Gothic"/>
              </a:defRPr>
            </a:lvl9pPr>
          </a:lstStyle>
          <a:p xmlns:a="http://schemas.openxmlformats.org/drawingml/2006/main">
            <a:pPr algn="l">
              <a:defRPr sz="1125" b="0">
                <a:solidFill>
                  <a:srgbClr val="62768A"/>
                </a:solidFill>
                <a:latin typeface="Malgun Gothic"/>
                <a:ea typeface="Malgun Gothic"/>
                <a:cs typeface="Malgun Gothic"/>
              </a:defRPr>
            </a:pPr>
            <a:r>
              <a:rPr sz="1125" b="0">
                <a:solidFill>
                  <a:srgbClr val="62768A"/>
                </a:solidFill>
                <a:latin typeface="Malgun Gothic"/>
                <a:ea typeface="Malgun Gothic"/>
                <a:cs typeface="Malgun Gothic"/>
              </a:rPr>
              <a:t>신청</a:t>
            </a:r>
          </a:p>
        </p:txBody>
      </p:sp>
      <p:sp>
        <p:nvSpPr>
          <p:cNvPr id="20" name="">
            <a:extLst xmlns:a="http://schemas.openxmlformats.org/drawingml/2006/main">
              <a:ext uri="{FF2B5EF4-FFF2-40B4-BE49-F238E27FC236}">
                <a16:creationId xmlns:a16="http://schemas.microsoft.com/office/drawing/2014/main" id="{572A98A0-BFC4-4B24-AE9E-4360E421286F}"/>
              </a:ext>
            </a:extLst>
          </p:cNvPr>
          <p:cNvSpPr>
            <a:spLocks xmlns:a="http://schemas.openxmlformats.org/drawingml/2006/main" noGrp="1"/>
          </p:cNvSpPr>
          <p:nvPr/>
        </p:nvSpPr>
        <p:spPr>
          <a:xfrm xmlns:a="http://schemas.openxmlformats.org/drawingml/2006/main">
            <a:off x="6838950" y="26479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100" b="1">
                <a:solidFill>
                  <a:srgbClr val="2E78BD"/>
                </a:solidFill>
                <a:latin typeface="Malgun Gothic"/>
                <a:ea typeface="Malgun Gothic"/>
                <a:cs typeface="Malgun Gothic"/>
              </a:defRPr>
            </a:defPPr>
            <a:lvl1pPr algn="r">
              <a:defRPr sz="2100" b="1">
                <a:solidFill>
                  <a:srgbClr val="2E78BD"/>
                </a:solidFill>
                <a:latin typeface="Malgun Gothic"/>
                <a:ea typeface="Malgun Gothic"/>
                <a:cs typeface="Malgun Gothic"/>
              </a:defRPr>
            </a:lvl1pPr>
            <a:lvl2pPr algn="r">
              <a:defRPr sz="2100" b="1">
                <a:solidFill>
                  <a:srgbClr val="2E78BD"/>
                </a:solidFill>
                <a:latin typeface="Malgun Gothic"/>
                <a:ea typeface="Malgun Gothic"/>
                <a:cs typeface="Malgun Gothic"/>
              </a:defRPr>
            </a:lvl2pPr>
            <a:lvl3pPr algn="r">
              <a:defRPr sz="2100" b="1">
                <a:solidFill>
                  <a:srgbClr val="2E78BD"/>
                </a:solidFill>
                <a:latin typeface="Malgun Gothic"/>
                <a:ea typeface="Malgun Gothic"/>
                <a:cs typeface="Malgun Gothic"/>
              </a:defRPr>
            </a:lvl3pPr>
            <a:lvl4pPr algn="r">
              <a:defRPr sz="2100" b="1">
                <a:solidFill>
                  <a:srgbClr val="2E78BD"/>
                </a:solidFill>
                <a:latin typeface="Malgun Gothic"/>
                <a:ea typeface="Malgun Gothic"/>
                <a:cs typeface="Malgun Gothic"/>
              </a:defRPr>
            </a:lvl4pPr>
            <a:lvl5pPr algn="r">
              <a:defRPr sz="2100" b="1">
                <a:solidFill>
                  <a:srgbClr val="2E78BD"/>
                </a:solidFill>
                <a:latin typeface="Malgun Gothic"/>
                <a:ea typeface="Malgun Gothic"/>
                <a:cs typeface="Malgun Gothic"/>
              </a:defRPr>
            </a:lvl5pPr>
            <a:lvl6pPr algn="r">
              <a:defRPr sz="2100" b="1">
                <a:solidFill>
                  <a:srgbClr val="2E78BD"/>
                </a:solidFill>
                <a:latin typeface="Malgun Gothic"/>
                <a:ea typeface="Malgun Gothic"/>
                <a:cs typeface="Malgun Gothic"/>
              </a:defRPr>
            </a:lvl6pPr>
            <a:lvl7pPr algn="r">
              <a:defRPr sz="2100" b="1">
                <a:solidFill>
                  <a:srgbClr val="2E78BD"/>
                </a:solidFill>
                <a:latin typeface="Malgun Gothic"/>
                <a:ea typeface="Malgun Gothic"/>
                <a:cs typeface="Malgun Gothic"/>
              </a:defRPr>
            </a:lvl7pPr>
            <a:lvl8pPr algn="r">
              <a:defRPr sz="2100" b="1">
                <a:solidFill>
                  <a:srgbClr val="2E78BD"/>
                </a:solidFill>
                <a:latin typeface="Malgun Gothic"/>
                <a:ea typeface="Malgun Gothic"/>
                <a:cs typeface="Malgun Gothic"/>
              </a:defRPr>
            </a:lvl8pPr>
            <a:lvl9pPr algn="r">
              <a:defRPr sz="2100" b="1">
                <a:solidFill>
                  <a:srgbClr val="2E78BD"/>
                </a:solidFill>
                <a:latin typeface="Malgun Gothic"/>
                <a:ea typeface="Malgun Gothic"/>
                <a:cs typeface="Malgun Gothic"/>
              </a:defRPr>
            </a:lvl9pPr>
          </a:lstStyle>
          <a:p xmlns:a="http://schemas.openxmlformats.org/drawingml/2006/main">
            <a:pPr algn="r">
              <a:defRPr sz="2100" b="1">
                <a:solidFill>
                  <a:srgbClr val="2E78BD"/>
                </a:solidFill>
                <a:latin typeface="Malgun Gothic"/>
                <a:ea typeface="Malgun Gothic"/>
                <a:cs typeface="Malgun Gothic"/>
              </a:defRPr>
            </a:pPr>
            <a:r>
              <a:rPr sz="2100" b="1">
                <a:solidFill>
                  <a:srgbClr val="2E78BD"/>
                </a:solidFill>
                <a:latin typeface="Malgun Gothic"/>
                <a:ea typeface="Malgun Gothic"/>
                <a:cs typeface="Malgun Gothic"/>
              </a:rPr>
              <a:t>1</a:t>
            </a:r>
          </a:p>
        </p:txBody>
      </p:sp>
      <p:sp>
        <p:nvSpPr>
          <p:cNvPr id="21" name="">
            <a:extLst xmlns:a="http://schemas.openxmlformats.org/drawingml/2006/main">
              <a:ext uri="{FF2B5EF4-FFF2-40B4-BE49-F238E27FC236}">
                <a16:creationId xmlns:a16="http://schemas.microsoft.com/office/drawing/2014/main" id="{19A22997-F3CB-425A-B21E-E09D05738704}"/>
              </a:ext>
            </a:extLst>
          </p:cNvPr>
          <p:cNvSpPr>
            <a:spLocks xmlns:a="http://schemas.openxmlformats.org/drawingml/2006/main" noGrp="1"/>
          </p:cNvSpPr>
          <p:nvPr/>
        </p:nvSpPr>
        <p:spPr>
          <a:xfrm xmlns:a="http://schemas.openxmlformats.org/drawingml/2006/main">
            <a:off x="7962900" y="2533650"/>
            <a:ext cx="33909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CE5EA"/>
            </a:solidFill>
            <a:prstDash val="solid"/>
          </a:ln>
        </p:spPr>
      </p:sp>
      <p:sp>
        <p:nvSpPr>
          <p:cNvPr id="22" name="">
            <a:extLst xmlns:a="http://schemas.openxmlformats.org/drawingml/2006/main">
              <a:ext uri="{FF2B5EF4-FFF2-40B4-BE49-F238E27FC236}">
                <a16:creationId xmlns:a16="http://schemas.microsoft.com/office/drawing/2014/main" id="{4822572F-DDB5-4239-A40C-30D803E0100E}"/>
              </a:ext>
            </a:extLst>
          </p:cNvPr>
          <p:cNvSpPr>
            <a:spLocks xmlns:a="http://schemas.openxmlformats.org/drawingml/2006/main" noGrp="1"/>
          </p:cNvSpPr>
          <p:nvPr/>
        </p:nvSpPr>
        <p:spPr>
          <a:xfrm xmlns:a="http://schemas.openxmlformats.org/drawingml/2006/main">
            <a:off x="8134350" y="26479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2768A"/>
                </a:solidFill>
                <a:latin typeface="Malgun Gothic"/>
                <a:ea typeface="Malgun Gothic"/>
                <a:cs typeface="Malgun Gothic"/>
              </a:defRPr>
            </a:defPPr>
            <a:lvl1pPr algn="l">
              <a:defRPr sz="1125" b="0">
                <a:solidFill>
                  <a:srgbClr val="62768A"/>
                </a:solidFill>
                <a:latin typeface="Malgun Gothic"/>
                <a:ea typeface="Malgun Gothic"/>
                <a:cs typeface="Malgun Gothic"/>
              </a:defRPr>
            </a:lvl1pPr>
            <a:lvl2pPr algn="l">
              <a:defRPr sz="1125" b="0">
                <a:solidFill>
                  <a:srgbClr val="62768A"/>
                </a:solidFill>
                <a:latin typeface="Malgun Gothic"/>
                <a:ea typeface="Malgun Gothic"/>
                <a:cs typeface="Malgun Gothic"/>
              </a:defRPr>
            </a:lvl2pPr>
            <a:lvl3pPr algn="l">
              <a:defRPr sz="1125" b="0">
                <a:solidFill>
                  <a:srgbClr val="62768A"/>
                </a:solidFill>
                <a:latin typeface="Malgun Gothic"/>
                <a:ea typeface="Malgun Gothic"/>
                <a:cs typeface="Malgun Gothic"/>
              </a:defRPr>
            </a:lvl3pPr>
            <a:lvl4pPr algn="l">
              <a:defRPr sz="1125" b="0">
                <a:solidFill>
                  <a:srgbClr val="62768A"/>
                </a:solidFill>
                <a:latin typeface="Malgun Gothic"/>
                <a:ea typeface="Malgun Gothic"/>
                <a:cs typeface="Malgun Gothic"/>
              </a:defRPr>
            </a:lvl4pPr>
            <a:lvl5pPr algn="l">
              <a:defRPr sz="1125" b="0">
                <a:solidFill>
                  <a:srgbClr val="62768A"/>
                </a:solidFill>
                <a:latin typeface="Malgun Gothic"/>
                <a:ea typeface="Malgun Gothic"/>
                <a:cs typeface="Malgun Gothic"/>
              </a:defRPr>
            </a:lvl5pPr>
            <a:lvl6pPr algn="l">
              <a:defRPr sz="1125" b="0">
                <a:solidFill>
                  <a:srgbClr val="62768A"/>
                </a:solidFill>
                <a:latin typeface="Malgun Gothic"/>
                <a:ea typeface="Malgun Gothic"/>
                <a:cs typeface="Malgun Gothic"/>
              </a:defRPr>
            </a:lvl6pPr>
            <a:lvl7pPr algn="l">
              <a:defRPr sz="1125" b="0">
                <a:solidFill>
                  <a:srgbClr val="62768A"/>
                </a:solidFill>
                <a:latin typeface="Malgun Gothic"/>
                <a:ea typeface="Malgun Gothic"/>
                <a:cs typeface="Malgun Gothic"/>
              </a:defRPr>
            </a:lvl7pPr>
            <a:lvl8pPr algn="l">
              <a:defRPr sz="1125" b="0">
                <a:solidFill>
                  <a:srgbClr val="62768A"/>
                </a:solidFill>
                <a:latin typeface="Malgun Gothic"/>
                <a:ea typeface="Malgun Gothic"/>
                <a:cs typeface="Malgun Gothic"/>
              </a:defRPr>
            </a:lvl8pPr>
            <a:lvl9pPr algn="l">
              <a:defRPr sz="1125" b="0">
                <a:solidFill>
                  <a:srgbClr val="62768A"/>
                </a:solidFill>
                <a:latin typeface="Malgun Gothic"/>
                <a:ea typeface="Malgun Gothic"/>
                <a:cs typeface="Malgun Gothic"/>
              </a:defRPr>
            </a:lvl9pPr>
          </a:lstStyle>
          <a:p xmlns:a="http://schemas.openxmlformats.org/drawingml/2006/main">
            <a:pPr algn="l">
              <a:defRPr sz="1125" b="0">
                <a:solidFill>
                  <a:srgbClr val="62768A"/>
                </a:solidFill>
                <a:latin typeface="Malgun Gothic"/>
                <a:ea typeface="Malgun Gothic"/>
                <a:cs typeface="Malgun Gothic"/>
              </a:defRPr>
            </a:pPr>
            <a:r>
              <a:rPr sz="1125" b="0">
                <a:solidFill>
                  <a:srgbClr val="62768A"/>
                </a:solidFill>
                <a:latin typeface="Malgun Gothic"/>
                <a:ea typeface="Malgun Gothic"/>
                <a:cs typeface="Malgun Gothic"/>
              </a:rPr>
              <a:t>시연 결제 안내</a:t>
            </a:r>
          </a:p>
        </p:txBody>
      </p:sp>
      <p:sp>
        <p:nvSpPr>
          <p:cNvPr id="23" name="">
            <a:extLst xmlns:a="http://schemas.openxmlformats.org/drawingml/2006/main">
              <a:ext uri="{FF2B5EF4-FFF2-40B4-BE49-F238E27FC236}">
                <a16:creationId xmlns:a16="http://schemas.microsoft.com/office/drawing/2014/main" id="{006445CD-D040-4E76-A949-FD876A67165E}"/>
              </a:ext>
            </a:extLst>
          </p:cNvPr>
          <p:cNvSpPr>
            <a:spLocks xmlns:a="http://schemas.openxmlformats.org/drawingml/2006/main" noGrp="1"/>
          </p:cNvSpPr>
          <p:nvPr/>
        </p:nvSpPr>
        <p:spPr>
          <a:xfrm xmlns:a="http://schemas.openxmlformats.org/drawingml/2006/main">
            <a:off x="10515600" y="26479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100" b="1">
                <a:solidFill>
                  <a:srgbClr val="2E78BD"/>
                </a:solidFill>
                <a:latin typeface="Malgun Gothic"/>
                <a:ea typeface="Malgun Gothic"/>
                <a:cs typeface="Malgun Gothic"/>
              </a:defRPr>
            </a:defPPr>
            <a:lvl1pPr algn="r">
              <a:defRPr sz="2100" b="1">
                <a:solidFill>
                  <a:srgbClr val="2E78BD"/>
                </a:solidFill>
                <a:latin typeface="Malgun Gothic"/>
                <a:ea typeface="Malgun Gothic"/>
                <a:cs typeface="Malgun Gothic"/>
              </a:defRPr>
            </a:lvl1pPr>
            <a:lvl2pPr algn="r">
              <a:defRPr sz="2100" b="1">
                <a:solidFill>
                  <a:srgbClr val="2E78BD"/>
                </a:solidFill>
                <a:latin typeface="Malgun Gothic"/>
                <a:ea typeface="Malgun Gothic"/>
                <a:cs typeface="Malgun Gothic"/>
              </a:defRPr>
            </a:lvl2pPr>
            <a:lvl3pPr algn="r">
              <a:defRPr sz="2100" b="1">
                <a:solidFill>
                  <a:srgbClr val="2E78BD"/>
                </a:solidFill>
                <a:latin typeface="Malgun Gothic"/>
                <a:ea typeface="Malgun Gothic"/>
                <a:cs typeface="Malgun Gothic"/>
              </a:defRPr>
            </a:lvl3pPr>
            <a:lvl4pPr algn="r">
              <a:defRPr sz="2100" b="1">
                <a:solidFill>
                  <a:srgbClr val="2E78BD"/>
                </a:solidFill>
                <a:latin typeface="Malgun Gothic"/>
                <a:ea typeface="Malgun Gothic"/>
                <a:cs typeface="Malgun Gothic"/>
              </a:defRPr>
            </a:lvl4pPr>
            <a:lvl5pPr algn="r">
              <a:defRPr sz="2100" b="1">
                <a:solidFill>
                  <a:srgbClr val="2E78BD"/>
                </a:solidFill>
                <a:latin typeface="Malgun Gothic"/>
                <a:ea typeface="Malgun Gothic"/>
                <a:cs typeface="Malgun Gothic"/>
              </a:defRPr>
            </a:lvl5pPr>
            <a:lvl6pPr algn="r">
              <a:defRPr sz="2100" b="1">
                <a:solidFill>
                  <a:srgbClr val="2E78BD"/>
                </a:solidFill>
                <a:latin typeface="Malgun Gothic"/>
                <a:ea typeface="Malgun Gothic"/>
                <a:cs typeface="Malgun Gothic"/>
              </a:defRPr>
            </a:lvl6pPr>
            <a:lvl7pPr algn="r">
              <a:defRPr sz="2100" b="1">
                <a:solidFill>
                  <a:srgbClr val="2E78BD"/>
                </a:solidFill>
                <a:latin typeface="Malgun Gothic"/>
                <a:ea typeface="Malgun Gothic"/>
                <a:cs typeface="Malgun Gothic"/>
              </a:defRPr>
            </a:lvl7pPr>
            <a:lvl8pPr algn="r">
              <a:defRPr sz="2100" b="1">
                <a:solidFill>
                  <a:srgbClr val="2E78BD"/>
                </a:solidFill>
                <a:latin typeface="Malgun Gothic"/>
                <a:ea typeface="Malgun Gothic"/>
                <a:cs typeface="Malgun Gothic"/>
              </a:defRPr>
            </a:lvl8pPr>
            <a:lvl9pPr algn="r">
              <a:defRPr sz="2100" b="1">
                <a:solidFill>
                  <a:srgbClr val="2E78BD"/>
                </a:solidFill>
                <a:latin typeface="Malgun Gothic"/>
                <a:ea typeface="Malgun Gothic"/>
                <a:cs typeface="Malgun Gothic"/>
              </a:defRPr>
            </a:lvl9pPr>
          </a:lstStyle>
          <a:p xmlns:a="http://schemas.openxmlformats.org/drawingml/2006/main">
            <a:pPr algn="r">
              <a:defRPr sz="2100" b="1">
                <a:solidFill>
                  <a:srgbClr val="2E78BD"/>
                </a:solidFill>
                <a:latin typeface="Malgun Gothic"/>
                <a:ea typeface="Malgun Gothic"/>
                <a:cs typeface="Malgun Gothic"/>
              </a:defRPr>
            </a:pPr>
            <a:r>
              <a:rPr sz="2100" b="1">
                <a:solidFill>
                  <a:srgbClr val="2E78BD"/>
                </a:solidFill>
                <a:latin typeface="Malgun Gothic"/>
                <a:ea typeface="Malgun Gothic"/>
                <a:cs typeface="Malgun Gothic"/>
              </a:rPr>
              <a:t>1</a:t>
            </a:r>
          </a:p>
        </p:txBody>
      </p:sp>
      <p:sp>
        <p:nvSpPr>
          <p:cNvPr id="24" name="">
            <a:extLst xmlns:a="http://schemas.openxmlformats.org/drawingml/2006/main">
              <a:ext uri="{FF2B5EF4-FFF2-40B4-BE49-F238E27FC236}">
                <a16:creationId xmlns:a16="http://schemas.microsoft.com/office/drawing/2014/main" id="{0E757F8A-9FD2-4933-B056-DFB7714AC51B}"/>
              </a:ext>
            </a:extLst>
          </p:cNvPr>
          <p:cNvSpPr>
            <a:spLocks xmlns:a="http://schemas.openxmlformats.org/drawingml/2006/main" noGrp="1"/>
          </p:cNvSpPr>
          <p:nvPr/>
        </p:nvSpPr>
        <p:spPr>
          <a:xfrm xmlns:a="http://schemas.openxmlformats.org/drawingml/2006/main">
            <a:off x="609600" y="3857625"/>
            <a:ext cx="1752600" cy="800100"/>
          </a:xfrm>
          <a:prstGeom xmlns:a="http://schemas.openxmlformats.org/drawingml/2006/main" prst="roundRect">
            <a:avLst>
              <a:gd name="adj" fmla="val 15476"/>
            </a:avLst>
          </a:prstGeom>
          <a:solidFill xmlns:a="http://schemas.openxmlformats.org/drawingml/2006/main">
            <a:srgbClr val="EAF3F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97BEE5F-4EFD-44CC-A9E9-0DE996B2269E}"/>
              </a:ext>
            </a:extLst>
          </p:cNvPr>
          <p:cNvSpPr>
            <a:spLocks xmlns:a="http://schemas.openxmlformats.org/drawingml/2006/main" noGrp="1"/>
          </p:cNvSpPr>
          <p:nvPr/>
        </p:nvSpPr>
        <p:spPr>
          <a:xfrm xmlns:a="http://schemas.openxmlformats.org/drawingml/2006/main">
            <a:off x="742950" y="40005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HOST</a:t>
            </a:r>
          </a:p>
        </p:txBody>
      </p:sp>
      <p:sp>
        <p:nvSpPr>
          <p:cNvPr id="26" name="">
            <a:extLst xmlns:a="http://schemas.openxmlformats.org/drawingml/2006/main">
              <a:ext uri="{FF2B5EF4-FFF2-40B4-BE49-F238E27FC236}">
                <a16:creationId xmlns:a16="http://schemas.microsoft.com/office/drawing/2014/main" id="{56A4F66F-48E9-4993-9811-B5E3133FDD97}"/>
              </a:ext>
            </a:extLst>
          </p:cNvPr>
          <p:cNvSpPr>
            <a:spLocks xmlns:a="http://schemas.openxmlformats.org/drawingml/2006/main" noGrp="1"/>
          </p:cNvSpPr>
          <p:nvPr/>
        </p:nvSpPr>
        <p:spPr>
          <a:xfrm xmlns:a="http://schemas.openxmlformats.org/drawingml/2006/main">
            <a:off x="704850" y="43243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a:solidFill>
                  <a:srgbClr val="62768A"/>
                </a:solidFill>
                <a:latin typeface="Malgun Gothic"/>
                <a:ea typeface="Malgun Gothic"/>
                <a:cs typeface="Malgun Gothic"/>
              </a:defRPr>
            </a:defPPr>
            <a:lvl1pPr algn="ctr">
              <a:defRPr sz="900" b="0">
                <a:solidFill>
                  <a:srgbClr val="62768A"/>
                </a:solidFill>
                <a:latin typeface="Malgun Gothic"/>
                <a:ea typeface="Malgun Gothic"/>
                <a:cs typeface="Malgun Gothic"/>
              </a:defRPr>
            </a:lvl1pPr>
            <a:lvl2pPr algn="ctr">
              <a:defRPr sz="900" b="0">
                <a:solidFill>
                  <a:srgbClr val="62768A"/>
                </a:solidFill>
                <a:latin typeface="Malgun Gothic"/>
                <a:ea typeface="Malgun Gothic"/>
                <a:cs typeface="Malgun Gothic"/>
              </a:defRPr>
            </a:lvl2pPr>
            <a:lvl3pPr algn="ctr">
              <a:defRPr sz="900" b="0">
                <a:solidFill>
                  <a:srgbClr val="62768A"/>
                </a:solidFill>
                <a:latin typeface="Malgun Gothic"/>
                <a:ea typeface="Malgun Gothic"/>
                <a:cs typeface="Malgun Gothic"/>
              </a:defRPr>
            </a:lvl3pPr>
            <a:lvl4pPr algn="ctr">
              <a:defRPr sz="900" b="0">
                <a:solidFill>
                  <a:srgbClr val="62768A"/>
                </a:solidFill>
                <a:latin typeface="Malgun Gothic"/>
                <a:ea typeface="Malgun Gothic"/>
                <a:cs typeface="Malgun Gothic"/>
              </a:defRPr>
            </a:lvl4pPr>
            <a:lvl5pPr algn="ctr">
              <a:defRPr sz="900" b="0">
                <a:solidFill>
                  <a:srgbClr val="62768A"/>
                </a:solidFill>
                <a:latin typeface="Malgun Gothic"/>
                <a:ea typeface="Malgun Gothic"/>
                <a:cs typeface="Malgun Gothic"/>
              </a:defRPr>
            </a:lvl5pPr>
            <a:lvl6pPr algn="ctr">
              <a:defRPr sz="900" b="0">
                <a:solidFill>
                  <a:srgbClr val="62768A"/>
                </a:solidFill>
                <a:latin typeface="Malgun Gothic"/>
                <a:ea typeface="Malgun Gothic"/>
                <a:cs typeface="Malgun Gothic"/>
              </a:defRPr>
            </a:lvl6pPr>
            <a:lvl7pPr algn="ctr">
              <a:defRPr sz="900" b="0">
                <a:solidFill>
                  <a:srgbClr val="62768A"/>
                </a:solidFill>
                <a:latin typeface="Malgun Gothic"/>
                <a:ea typeface="Malgun Gothic"/>
                <a:cs typeface="Malgun Gothic"/>
              </a:defRPr>
            </a:lvl7pPr>
            <a:lvl8pPr algn="ctr">
              <a:defRPr sz="900" b="0">
                <a:solidFill>
                  <a:srgbClr val="62768A"/>
                </a:solidFill>
                <a:latin typeface="Malgun Gothic"/>
                <a:ea typeface="Malgun Gothic"/>
                <a:cs typeface="Malgun Gothic"/>
              </a:defRPr>
            </a:lvl8pPr>
            <a:lvl9pPr algn="ctr">
              <a:defRPr sz="900" b="0">
                <a:solidFill>
                  <a:srgbClr val="62768A"/>
                </a:solidFill>
                <a:latin typeface="Malgun Gothic"/>
                <a:ea typeface="Malgun Gothic"/>
                <a:cs typeface="Malgun Gothic"/>
              </a:defRPr>
            </a:lvl9pPr>
          </a:lstStyle>
          <a:p xmlns:a="http://schemas.openxmlformats.org/drawingml/2006/main">
            <a:pPr algn="ctr">
              <a:defRPr sz="900" b="0">
                <a:solidFill>
                  <a:srgbClr val="62768A"/>
                </a:solidFill>
                <a:latin typeface="Malgun Gothic"/>
                <a:ea typeface="Malgun Gothic"/>
                <a:cs typeface="Malgun Gothic"/>
              </a:defRPr>
            </a:pPr>
            <a:r>
              <a:rPr sz="900" b="0">
                <a:solidFill>
                  <a:srgbClr val="62768A"/>
                </a:solidFill>
                <a:latin typeface="Malgun Gothic"/>
                <a:ea typeface="Malgun Gothic"/>
                <a:cs typeface="Malgun Gothic"/>
              </a:rPr>
              <a:t>lc_hosts</a:t>
            </a:r>
          </a:p>
        </p:txBody>
      </p:sp>
      <p:sp>
        <p:nvSpPr>
          <p:cNvPr id="27" name="">
            <a:extLst xmlns:a="http://schemas.openxmlformats.org/drawingml/2006/main">
              <a:ext uri="{FF2B5EF4-FFF2-40B4-BE49-F238E27FC236}">
                <a16:creationId xmlns:a16="http://schemas.microsoft.com/office/drawing/2014/main" id="{E0FCBCB6-ED32-49F6-8D58-7E212C4A8B2C}"/>
              </a:ext>
            </a:extLst>
          </p:cNvPr>
          <p:cNvSpPr>
            <a:spLocks xmlns:a="http://schemas.openxmlformats.org/drawingml/2006/main" noGrp="1"/>
          </p:cNvSpPr>
          <p:nvPr/>
        </p:nvSpPr>
        <p:spPr>
          <a:xfrm xmlns:a="http://schemas.openxmlformats.org/drawingml/2006/main">
            <a:off x="3086100" y="3857625"/>
            <a:ext cx="1752600" cy="800100"/>
          </a:xfrm>
          <a:prstGeom xmlns:a="http://schemas.openxmlformats.org/drawingml/2006/main" prst="roundRect">
            <a:avLst>
              <a:gd name="adj" fmla="val 15476"/>
            </a:avLst>
          </a:prstGeom>
          <a:solidFill xmlns:a="http://schemas.openxmlformats.org/drawingml/2006/main">
            <a:srgbClr val="EAF3F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90B6E99-4FF9-453D-AF8B-E0E664F7D7AE}"/>
              </a:ext>
            </a:extLst>
          </p:cNvPr>
          <p:cNvSpPr>
            <a:spLocks xmlns:a="http://schemas.openxmlformats.org/drawingml/2006/main" noGrp="1"/>
          </p:cNvSpPr>
          <p:nvPr/>
        </p:nvSpPr>
        <p:spPr>
          <a:xfrm xmlns:a="http://schemas.openxmlformats.org/drawingml/2006/main">
            <a:off x="3219450" y="40005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체험</a:t>
            </a:r>
          </a:p>
        </p:txBody>
      </p:sp>
      <p:sp>
        <p:nvSpPr>
          <p:cNvPr id="29" name="">
            <a:extLst xmlns:a="http://schemas.openxmlformats.org/drawingml/2006/main">
              <a:ext uri="{FF2B5EF4-FFF2-40B4-BE49-F238E27FC236}">
                <a16:creationId xmlns:a16="http://schemas.microsoft.com/office/drawing/2014/main" id="{3C880CFD-E9CB-4D7C-87A6-AF93632A8242}"/>
              </a:ext>
            </a:extLst>
          </p:cNvPr>
          <p:cNvSpPr>
            <a:spLocks xmlns:a="http://schemas.openxmlformats.org/drawingml/2006/main" noGrp="1"/>
          </p:cNvSpPr>
          <p:nvPr/>
        </p:nvSpPr>
        <p:spPr>
          <a:xfrm xmlns:a="http://schemas.openxmlformats.org/drawingml/2006/main">
            <a:off x="3181350" y="43243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a:solidFill>
                  <a:srgbClr val="62768A"/>
                </a:solidFill>
                <a:latin typeface="Malgun Gothic"/>
                <a:ea typeface="Malgun Gothic"/>
                <a:cs typeface="Malgun Gothic"/>
              </a:defRPr>
            </a:defPPr>
            <a:lvl1pPr algn="ctr">
              <a:defRPr sz="900" b="0">
                <a:solidFill>
                  <a:srgbClr val="62768A"/>
                </a:solidFill>
                <a:latin typeface="Malgun Gothic"/>
                <a:ea typeface="Malgun Gothic"/>
                <a:cs typeface="Malgun Gothic"/>
              </a:defRPr>
            </a:lvl1pPr>
            <a:lvl2pPr algn="ctr">
              <a:defRPr sz="900" b="0">
                <a:solidFill>
                  <a:srgbClr val="62768A"/>
                </a:solidFill>
                <a:latin typeface="Malgun Gothic"/>
                <a:ea typeface="Malgun Gothic"/>
                <a:cs typeface="Malgun Gothic"/>
              </a:defRPr>
            </a:lvl2pPr>
            <a:lvl3pPr algn="ctr">
              <a:defRPr sz="900" b="0">
                <a:solidFill>
                  <a:srgbClr val="62768A"/>
                </a:solidFill>
                <a:latin typeface="Malgun Gothic"/>
                <a:ea typeface="Malgun Gothic"/>
                <a:cs typeface="Malgun Gothic"/>
              </a:defRPr>
            </a:lvl3pPr>
            <a:lvl4pPr algn="ctr">
              <a:defRPr sz="900" b="0">
                <a:solidFill>
                  <a:srgbClr val="62768A"/>
                </a:solidFill>
                <a:latin typeface="Malgun Gothic"/>
                <a:ea typeface="Malgun Gothic"/>
                <a:cs typeface="Malgun Gothic"/>
              </a:defRPr>
            </a:lvl4pPr>
            <a:lvl5pPr algn="ctr">
              <a:defRPr sz="900" b="0">
                <a:solidFill>
                  <a:srgbClr val="62768A"/>
                </a:solidFill>
                <a:latin typeface="Malgun Gothic"/>
                <a:ea typeface="Malgun Gothic"/>
                <a:cs typeface="Malgun Gothic"/>
              </a:defRPr>
            </a:lvl5pPr>
            <a:lvl6pPr algn="ctr">
              <a:defRPr sz="900" b="0">
                <a:solidFill>
                  <a:srgbClr val="62768A"/>
                </a:solidFill>
                <a:latin typeface="Malgun Gothic"/>
                <a:ea typeface="Malgun Gothic"/>
                <a:cs typeface="Malgun Gothic"/>
              </a:defRPr>
            </a:lvl6pPr>
            <a:lvl7pPr algn="ctr">
              <a:defRPr sz="900" b="0">
                <a:solidFill>
                  <a:srgbClr val="62768A"/>
                </a:solidFill>
                <a:latin typeface="Malgun Gothic"/>
                <a:ea typeface="Malgun Gothic"/>
                <a:cs typeface="Malgun Gothic"/>
              </a:defRPr>
            </a:lvl7pPr>
            <a:lvl8pPr algn="ctr">
              <a:defRPr sz="900" b="0">
                <a:solidFill>
                  <a:srgbClr val="62768A"/>
                </a:solidFill>
                <a:latin typeface="Malgun Gothic"/>
                <a:ea typeface="Malgun Gothic"/>
                <a:cs typeface="Malgun Gothic"/>
              </a:defRPr>
            </a:lvl8pPr>
            <a:lvl9pPr algn="ctr">
              <a:defRPr sz="900" b="0">
                <a:solidFill>
                  <a:srgbClr val="62768A"/>
                </a:solidFill>
                <a:latin typeface="Malgun Gothic"/>
                <a:ea typeface="Malgun Gothic"/>
                <a:cs typeface="Malgun Gothic"/>
              </a:defRPr>
            </a:lvl9pPr>
          </a:lstStyle>
          <a:p xmlns:a="http://schemas.openxmlformats.org/drawingml/2006/main">
            <a:pPr algn="ctr">
              <a:defRPr sz="900" b="0">
                <a:solidFill>
                  <a:srgbClr val="62768A"/>
                </a:solidFill>
                <a:latin typeface="Malgun Gothic"/>
                <a:ea typeface="Malgun Gothic"/>
                <a:cs typeface="Malgun Gothic"/>
              </a:defRPr>
            </a:pPr>
            <a:r>
              <a:rPr sz="900" b="0">
                <a:solidFill>
                  <a:srgbClr val="62768A"/>
                </a:solidFill>
                <a:latin typeface="Malgun Gothic"/>
                <a:ea typeface="Malgun Gothic"/>
                <a:cs typeface="Malgun Gothic"/>
              </a:rPr>
              <a:t>lc_experiences</a:t>
            </a:r>
          </a:p>
        </p:txBody>
      </p:sp>
      <p:sp>
        <p:nvSpPr>
          <p:cNvPr id="30" name="">
            <a:extLst xmlns:a="http://schemas.openxmlformats.org/drawingml/2006/main">
              <a:ext uri="{FF2B5EF4-FFF2-40B4-BE49-F238E27FC236}">
                <a16:creationId xmlns:a16="http://schemas.microsoft.com/office/drawing/2014/main" id="{C6E292A4-D758-411D-B04B-AD78F6BC7098}"/>
              </a:ext>
            </a:extLst>
          </p:cNvPr>
          <p:cNvSpPr>
            <a:spLocks xmlns:a="http://schemas.openxmlformats.org/drawingml/2006/main" noGrp="1"/>
          </p:cNvSpPr>
          <p:nvPr/>
        </p:nvSpPr>
        <p:spPr>
          <a:xfrm xmlns:a="http://schemas.openxmlformats.org/drawingml/2006/main">
            <a:off x="5562600" y="3857625"/>
            <a:ext cx="1752600" cy="800100"/>
          </a:xfrm>
          <a:prstGeom xmlns:a="http://schemas.openxmlformats.org/drawingml/2006/main" prst="roundRect">
            <a:avLst>
              <a:gd name="adj" fmla="val 15476"/>
            </a:avLst>
          </a:prstGeom>
          <a:solidFill xmlns:a="http://schemas.openxmlformats.org/drawingml/2006/main">
            <a:srgbClr val="EAF3F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C77F27F-510E-40F5-9EA4-0F295FA4D66A}"/>
              </a:ext>
            </a:extLst>
          </p:cNvPr>
          <p:cNvSpPr>
            <a:spLocks xmlns:a="http://schemas.openxmlformats.org/drawingml/2006/main" noGrp="1"/>
          </p:cNvSpPr>
          <p:nvPr/>
        </p:nvSpPr>
        <p:spPr>
          <a:xfrm xmlns:a="http://schemas.openxmlformats.org/drawingml/2006/main">
            <a:off x="5695950" y="40005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회차</a:t>
            </a:r>
          </a:p>
        </p:txBody>
      </p:sp>
      <p:sp>
        <p:nvSpPr>
          <p:cNvPr id="32" name="">
            <a:extLst xmlns:a="http://schemas.openxmlformats.org/drawingml/2006/main">
              <a:ext uri="{FF2B5EF4-FFF2-40B4-BE49-F238E27FC236}">
                <a16:creationId xmlns:a16="http://schemas.microsoft.com/office/drawing/2014/main" id="{37F1444E-4E89-4E57-B4AA-1F03F99A7BA7}"/>
              </a:ext>
            </a:extLst>
          </p:cNvPr>
          <p:cNvSpPr>
            <a:spLocks xmlns:a="http://schemas.openxmlformats.org/drawingml/2006/main" noGrp="1"/>
          </p:cNvSpPr>
          <p:nvPr/>
        </p:nvSpPr>
        <p:spPr>
          <a:xfrm xmlns:a="http://schemas.openxmlformats.org/drawingml/2006/main">
            <a:off x="5657850" y="43243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a:solidFill>
                  <a:srgbClr val="62768A"/>
                </a:solidFill>
                <a:latin typeface="Malgun Gothic"/>
                <a:ea typeface="Malgun Gothic"/>
                <a:cs typeface="Malgun Gothic"/>
              </a:defRPr>
            </a:defPPr>
            <a:lvl1pPr algn="ctr">
              <a:defRPr sz="900" b="0">
                <a:solidFill>
                  <a:srgbClr val="62768A"/>
                </a:solidFill>
                <a:latin typeface="Malgun Gothic"/>
                <a:ea typeface="Malgun Gothic"/>
                <a:cs typeface="Malgun Gothic"/>
              </a:defRPr>
            </a:lvl1pPr>
            <a:lvl2pPr algn="ctr">
              <a:defRPr sz="900" b="0">
                <a:solidFill>
                  <a:srgbClr val="62768A"/>
                </a:solidFill>
                <a:latin typeface="Malgun Gothic"/>
                <a:ea typeface="Malgun Gothic"/>
                <a:cs typeface="Malgun Gothic"/>
              </a:defRPr>
            </a:lvl2pPr>
            <a:lvl3pPr algn="ctr">
              <a:defRPr sz="900" b="0">
                <a:solidFill>
                  <a:srgbClr val="62768A"/>
                </a:solidFill>
                <a:latin typeface="Malgun Gothic"/>
                <a:ea typeface="Malgun Gothic"/>
                <a:cs typeface="Malgun Gothic"/>
              </a:defRPr>
            </a:lvl3pPr>
            <a:lvl4pPr algn="ctr">
              <a:defRPr sz="900" b="0">
                <a:solidFill>
                  <a:srgbClr val="62768A"/>
                </a:solidFill>
                <a:latin typeface="Malgun Gothic"/>
                <a:ea typeface="Malgun Gothic"/>
                <a:cs typeface="Malgun Gothic"/>
              </a:defRPr>
            </a:lvl4pPr>
            <a:lvl5pPr algn="ctr">
              <a:defRPr sz="900" b="0">
                <a:solidFill>
                  <a:srgbClr val="62768A"/>
                </a:solidFill>
                <a:latin typeface="Malgun Gothic"/>
                <a:ea typeface="Malgun Gothic"/>
                <a:cs typeface="Malgun Gothic"/>
              </a:defRPr>
            </a:lvl5pPr>
            <a:lvl6pPr algn="ctr">
              <a:defRPr sz="900" b="0">
                <a:solidFill>
                  <a:srgbClr val="62768A"/>
                </a:solidFill>
                <a:latin typeface="Malgun Gothic"/>
                <a:ea typeface="Malgun Gothic"/>
                <a:cs typeface="Malgun Gothic"/>
              </a:defRPr>
            </a:lvl6pPr>
            <a:lvl7pPr algn="ctr">
              <a:defRPr sz="900" b="0">
                <a:solidFill>
                  <a:srgbClr val="62768A"/>
                </a:solidFill>
                <a:latin typeface="Malgun Gothic"/>
                <a:ea typeface="Malgun Gothic"/>
                <a:cs typeface="Malgun Gothic"/>
              </a:defRPr>
            </a:lvl7pPr>
            <a:lvl8pPr algn="ctr">
              <a:defRPr sz="900" b="0">
                <a:solidFill>
                  <a:srgbClr val="62768A"/>
                </a:solidFill>
                <a:latin typeface="Malgun Gothic"/>
                <a:ea typeface="Malgun Gothic"/>
                <a:cs typeface="Malgun Gothic"/>
              </a:defRPr>
            </a:lvl8pPr>
            <a:lvl9pPr algn="ctr">
              <a:defRPr sz="900" b="0">
                <a:solidFill>
                  <a:srgbClr val="62768A"/>
                </a:solidFill>
                <a:latin typeface="Malgun Gothic"/>
                <a:ea typeface="Malgun Gothic"/>
                <a:cs typeface="Malgun Gothic"/>
              </a:defRPr>
            </a:lvl9pPr>
          </a:lstStyle>
          <a:p xmlns:a="http://schemas.openxmlformats.org/drawingml/2006/main">
            <a:pPr algn="ctr">
              <a:defRPr sz="900" b="0">
                <a:solidFill>
                  <a:srgbClr val="62768A"/>
                </a:solidFill>
                <a:latin typeface="Malgun Gothic"/>
                <a:ea typeface="Malgun Gothic"/>
                <a:cs typeface="Malgun Gothic"/>
              </a:defRPr>
            </a:pPr>
            <a:r>
              <a:rPr sz="900" b="0">
                <a:solidFill>
                  <a:srgbClr val="62768A"/>
                </a:solidFill>
                <a:latin typeface="Malgun Gothic"/>
                <a:ea typeface="Malgun Gothic"/>
                <a:cs typeface="Malgun Gothic"/>
              </a:rPr>
              <a:t>lc_sessions</a:t>
            </a:r>
          </a:p>
        </p:txBody>
      </p:sp>
      <p:sp>
        <p:nvSpPr>
          <p:cNvPr id="33" name="">
            <a:extLst xmlns:a="http://schemas.openxmlformats.org/drawingml/2006/main">
              <a:ext uri="{FF2B5EF4-FFF2-40B4-BE49-F238E27FC236}">
                <a16:creationId xmlns:a16="http://schemas.microsoft.com/office/drawing/2014/main" id="{39E24531-3E8A-4C85-A374-85E5448C8DF4}"/>
              </a:ext>
            </a:extLst>
          </p:cNvPr>
          <p:cNvSpPr>
            <a:spLocks xmlns:a="http://schemas.openxmlformats.org/drawingml/2006/main" noGrp="1"/>
          </p:cNvSpPr>
          <p:nvPr/>
        </p:nvSpPr>
        <p:spPr>
          <a:xfrm xmlns:a="http://schemas.openxmlformats.org/drawingml/2006/main">
            <a:off x="8039100" y="3857625"/>
            <a:ext cx="1752600" cy="800100"/>
          </a:xfrm>
          <a:prstGeom xmlns:a="http://schemas.openxmlformats.org/drawingml/2006/main" prst="roundRect">
            <a:avLst>
              <a:gd name="adj" fmla="val 15476"/>
            </a:avLst>
          </a:prstGeom>
          <a:solidFill xmlns:a="http://schemas.openxmlformats.org/drawingml/2006/main">
            <a:srgbClr val="EAF3FA"/>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2FE6208-2E7F-4941-91EB-FB4BDE0D5D65}"/>
              </a:ext>
            </a:extLst>
          </p:cNvPr>
          <p:cNvSpPr>
            <a:spLocks xmlns:a="http://schemas.openxmlformats.org/drawingml/2006/main" noGrp="1"/>
          </p:cNvSpPr>
          <p:nvPr/>
        </p:nvSpPr>
        <p:spPr>
          <a:xfrm xmlns:a="http://schemas.openxmlformats.org/drawingml/2006/main">
            <a:off x="8172450" y="40005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신청</a:t>
            </a:r>
          </a:p>
        </p:txBody>
      </p:sp>
      <p:sp>
        <p:nvSpPr>
          <p:cNvPr id="35" name="">
            <a:extLst xmlns:a="http://schemas.openxmlformats.org/drawingml/2006/main">
              <a:ext uri="{FF2B5EF4-FFF2-40B4-BE49-F238E27FC236}">
                <a16:creationId xmlns:a16="http://schemas.microsoft.com/office/drawing/2014/main" id="{7577B0DA-37EE-4672-B9E9-4B0CA8DC0C19}"/>
              </a:ext>
            </a:extLst>
          </p:cNvPr>
          <p:cNvSpPr>
            <a:spLocks xmlns:a="http://schemas.openxmlformats.org/drawingml/2006/main" noGrp="1"/>
          </p:cNvSpPr>
          <p:nvPr/>
        </p:nvSpPr>
        <p:spPr>
          <a:xfrm xmlns:a="http://schemas.openxmlformats.org/drawingml/2006/main">
            <a:off x="8134350" y="43243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a:solidFill>
                  <a:srgbClr val="62768A"/>
                </a:solidFill>
                <a:latin typeface="Malgun Gothic"/>
                <a:ea typeface="Malgun Gothic"/>
                <a:cs typeface="Malgun Gothic"/>
              </a:defRPr>
            </a:defPPr>
            <a:lvl1pPr algn="ctr">
              <a:defRPr sz="900" b="0">
                <a:solidFill>
                  <a:srgbClr val="62768A"/>
                </a:solidFill>
                <a:latin typeface="Malgun Gothic"/>
                <a:ea typeface="Malgun Gothic"/>
                <a:cs typeface="Malgun Gothic"/>
              </a:defRPr>
            </a:lvl1pPr>
            <a:lvl2pPr algn="ctr">
              <a:defRPr sz="900" b="0">
                <a:solidFill>
                  <a:srgbClr val="62768A"/>
                </a:solidFill>
                <a:latin typeface="Malgun Gothic"/>
                <a:ea typeface="Malgun Gothic"/>
                <a:cs typeface="Malgun Gothic"/>
              </a:defRPr>
            </a:lvl2pPr>
            <a:lvl3pPr algn="ctr">
              <a:defRPr sz="900" b="0">
                <a:solidFill>
                  <a:srgbClr val="62768A"/>
                </a:solidFill>
                <a:latin typeface="Malgun Gothic"/>
                <a:ea typeface="Malgun Gothic"/>
                <a:cs typeface="Malgun Gothic"/>
              </a:defRPr>
            </a:lvl3pPr>
            <a:lvl4pPr algn="ctr">
              <a:defRPr sz="900" b="0">
                <a:solidFill>
                  <a:srgbClr val="62768A"/>
                </a:solidFill>
                <a:latin typeface="Malgun Gothic"/>
                <a:ea typeface="Malgun Gothic"/>
                <a:cs typeface="Malgun Gothic"/>
              </a:defRPr>
            </a:lvl4pPr>
            <a:lvl5pPr algn="ctr">
              <a:defRPr sz="900" b="0">
                <a:solidFill>
                  <a:srgbClr val="62768A"/>
                </a:solidFill>
                <a:latin typeface="Malgun Gothic"/>
                <a:ea typeface="Malgun Gothic"/>
                <a:cs typeface="Malgun Gothic"/>
              </a:defRPr>
            </a:lvl5pPr>
            <a:lvl6pPr algn="ctr">
              <a:defRPr sz="900" b="0">
                <a:solidFill>
                  <a:srgbClr val="62768A"/>
                </a:solidFill>
                <a:latin typeface="Malgun Gothic"/>
                <a:ea typeface="Malgun Gothic"/>
                <a:cs typeface="Malgun Gothic"/>
              </a:defRPr>
            </a:lvl6pPr>
            <a:lvl7pPr algn="ctr">
              <a:defRPr sz="900" b="0">
                <a:solidFill>
                  <a:srgbClr val="62768A"/>
                </a:solidFill>
                <a:latin typeface="Malgun Gothic"/>
                <a:ea typeface="Malgun Gothic"/>
                <a:cs typeface="Malgun Gothic"/>
              </a:defRPr>
            </a:lvl7pPr>
            <a:lvl8pPr algn="ctr">
              <a:defRPr sz="900" b="0">
                <a:solidFill>
                  <a:srgbClr val="62768A"/>
                </a:solidFill>
                <a:latin typeface="Malgun Gothic"/>
                <a:ea typeface="Malgun Gothic"/>
                <a:cs typeface="Malgun Gothic"/>
              </a:defRPr>
            </a:lvl8pPr>
            <a:lvl9pPr algn="ctr">
              <a:defRPr sz="900" b="0">
                <a:solidFill>
                  <a:srgbClr val="62768A"/>
                </a:solidFill>
                <a:latin typeface="Malgun Gothic"/>
                <a:ea typeface="Malgun Gothic"/>
                <a:cs typeface="Malgun Gothic"/>
              </a:defRPr>
            </a:lvl9pPr>
          </a:lstStyle>
          <a:p xmlns:a="http://schemas.openxmlformats.org/drawingml/2006/main">
            <a:pPr algn="ctr">
              <a:defRPr sz="900" b="0">
                <a:solidFill>
                  <a:srgbClr val="62768A"/>
                </a:solidFill>
                <a:latin typeface="Malgun Gothic"/>
                <a:ea typeface="Malgun Gothic"/>
                <a:cs typeface="Malgun Gothic"/>
              </a:defRPr>
            </a:pPr>
            <a:r>
              <a:rPr sz="900" b="0">
                <a:solidFill>
                  <a:srgbClr val="62768A"/>
                </a:solidFill>
                <a:latin typeface="Malgun Gothic"/>
                <a:ea typeface="Malgun Gothic"/>
                <a:cs typeface="Malgun Gothic"/>
              </a:rPr>
              <a:t>lc_applications</a:t>
            </a:r>
          </a:p>
        </p:txBody>
      </p:sp>
      <p:sp>
        <p:nvSpPr>
          <p:cNvPr id="36" name="">
            <a:extLst xmlns:a="http://schemas.openxmlformats.org/drawingml/2006/main">
              <a:ext uri="{FF2B5EF4-FFF2-40B4-BE49-F238E27FC236}">
                <a16:creationId xmlns:a16="http://schemas.microsoft.com/office/drawing/2014/main" id="{51BA548F-7025-4BB9-8CCF-EAD511CD4317}"/>
              </a:ext>
            </a:extLst>
          </p:cNvPr>
          <p:cNvSpPr>
            <a:spLocks xmlns:a="http://schemas.openxmlformats.org/drawingml/2006/main" noGrp="1"/>
          </p:cNvSpPr>
          <p:nvPr/>
        </p:nvSpPr>
        <p:spPr>
          <a:xfrm xmlns:a="http://schemas.openxmlformats.org/drawingml/2006/main">
            <a:off x="10191750" y="3857625"/>
            <a:ext cx="1752600" cy="800100"/>
          </a:xfrm>
          <a:prstGeom xmlns:a="http://schemas.openxmlformats.org/drawingml/2006/main" prst="roundRect">
            <a:avLst>
              <a:gd name="adj" fmla="val 15476"/>
            </a:avLst>
          </a:prstGeom>
          <a:solidFill xmlns:a="http://schemas.openxmlformats.org/drawingml/2006/main">
            <a:srgbClr val="EAF3FA"/>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14879D5-8111-4A60-A065-ED8F268AA820}"/>
              </a:ext>
            </a:extLst>
          </p:cNvPr>
          <p:cNvSpPr>
            <a:spLocks xmlns:a="http://schemas.openxmlformats.org/drawingml/2006/main" noGrp="1"/>
          </p:cNvSpPr>
          <p:nvPr/>
        </p:nvSpPr>
        <p:spPr>
          <a:xfrm xmlns:a="http://schemas.openxmlformats.org/drawingml/2006/main">
            <a:off x="10325100" y="40005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결제 안내</a:t>
            </a:r>
          </a:p>
        </p:txBody>
      </p:sp>
      <p:sp>
        <p:nvSpPr>
          <p:cNvPr id="38" name="">
            <a:extLst xmlns:a="http://schemas.openxmlformats.org/drawingml/2006/main">
              <a:ext uri="{FF2B5EF4-FFF2-40B4-BE49-F238E27FC236}">
                <a16:creationId xmlns:a16="http://schemas.microsoft.com/office/drawing/2014/main" id="{48156E7A-8EF3-4AF3-AD91-C36394C248D9}"/>
              </a:ext>
            </a:extLst>
          </p:cNvPr>
          <p:cNvSpPr>
            <a:spLocks xmlns:a="http://schemas.openxmlformats.org/drawingml/2006/main" noGrp="1"/>
          </p:cNvSpPr>
          <p:nvPr/>
        </p:nvSpPr>
        <p:spPr>
          <a:xfrm xmlns:a="http://schemas.openxmlformats.org/drawingml/2006/main">
            <a:off x="10287000" y="43243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a:solidFill>
                  <a:srgbClr val="62768A"/>
                </a:solidFill>
                <a:latin typeface="Malgun Gothic"/>
                <a:ea typeface="Malgun Gothic"/>
                <a:cs typeface="Malgun Gothic"/>
              </a:defRPr>
            </a:defPPr>
            <a:lvl1pPr algn="ctr">
              <a:defRPr sz="900" b="0">
                <a:solidFill>
                  <a:srgbClr val="62768A"/>
                </a:solidFill>
                <a:latin typeface="Malgun Gothic"/>
                <a:ea typeface="Malgun Gothic"/>
                <a:cs typeface="Malgun Gothic"/>
              </a:defRPr>
            </a:lvl1pPr>
            <a:lvl2pPr algn="ctr">
              <a:defRPr sz="900" b="0">
                <a:solidFill>
                  <a:srgbClr val="62768A"/>
                </a:solidFill>
                <a:latin typeface="Malgun Gothic"/>
                <a:ea typeface="Malgun Gothic"/>
                <a:cs typeface="Malgun Gothic"/>
              </a:defRPr>
            </a:lvl2pPr>
            <a:lvl3pPr algn="ctr">
              <a:defRPr sz="900" b="0">
                <a:solidFill>
                  <a:srgbClr val="62768A"/>
                </a:solidFill>
                <a:latin typeface="Malgun Gothic"/>
                <a:ea typeface="Malgun Gothic"/>
                <a:cs typeface="Malgun Gothic"/>
              </a:defRPr>
            </a:lvl3pPr>
            <a:lvl4pPr algn="ctr">
              <a:defRPr sz="900" b="0">
                <a:solidFill>
                  <a:srgbClr val="62768A"/>
                </a:solidFill>
                <a:latin typeface="Malgun Gothic"/>
                <a:ea typeface="Malgun Gothic"/>
                <a:cs typeface="Malgun Gothic"/>
              </a:defRPr>
            </a:lvl4pPr>
            <a:lvl5pPr algn="ctr">
              <a:defRPr sz="900" b="0">
                <a:solidFill>
                  <a:srgbClr val="62768A"/>
                </a:solidFill>
                <a:latin typeface="Malgun Gothic"/>
                <a:ea typeface="Malgun Gothic"/>
                <a:cs typeface="Malgun Gothic"/>
              </a:defRPr>
            </a:lvl5pPr>
            <a:lvl6pPr algn="ctr">
              <a:defRPr sz="900" b="0">
                <a:solidFill>
                  <a:srgbClr val="62768A"/>
                </a:solidFill>
                <a:latin typeface="Malgun Gothic"/>
                <a:ea typeface="Malgun Gothic"/>
                <a:cs typeface="Malgun Gothic"/>
              </a:defRPr>
            </a:lvl6pPr>
            <a:lvl7pPr algn="ctr">
              <a:defRPr sz="900" b="0">
                <a:solidFill>
                  <a:srgbClr val="62768A"/>
                </a:solidFill>
                <a:latin typeface="Malgun Gothic"/>
                <a:ea typeface="Malgun Gothic"/>
                <a:cs typeface="Malgun Gothic"/>
              </a:defRPr>
            </a:lvl7pPr>
            <a:lvl8pPr algn="ctr">
              <a:defRPr sz="900" b="0">
                <a:solidFill>
                  <a:srgbClr val="62768A"/>
                </a:solidFill>
                <a:latin typeface="Malgun Gothic"/>
                <a:ea typeface="Malgun Gothic"/>
                <a:cs typeface="Malgun Gothic"/>
              </a:defRPr>
            </a:lvl8pPr>
            <a:lvl9pPr algn="ctr">
              <a:defRPr sz="900" b="0">
                <a:solidFill>
                  <a:srgbClr val="62768A"/>
                </a:solidFill>
                <a:latin typeface="Malgun Gothic"/>
                <a:ea typeface="Malgun Gothic"/>
                <a:cs typeface="Malgun Gothic"/>
              </a:defRPr>
            </a:lvl9pPr>
          </a:lstStyle>
          <a:p xmlns:a="http://schemas.openxmlformats.org/drawingml/2006/main">
            <a:pPr algn="ctr">
              <a:defRPr sz="900" b="0">
                <a:solidFill>
                  <a:srgbClr val="62768A"/>
                </a:solidFill>
                <a:latin typeface="Malgun Gothic"/>
                <a:ea typeface="Malgun Gothic"/>
                <a:cs typeface="Malgun Gothic"/>
              </a:defRPr>
            </a:pPr>
            <a:r>
              <a:rPr sz="900" b="0">
                <a:solidFill>
                  <a:srgbClr val="62768A"/>
                </a:solidFill>
                <a:latin typeface="Malgun Gothic"/>
                <a:ea typeface="Malgun Gothic"/>
                <a:cs typeface="Malgun Gothic"/>
              </a:rPr>
              <a:t>lc_application_payments</a:t>
            </a:r>
          </a:p>
        </p:txBody>
      </p:sp>
      <p:sp>
        <p:nvSpPr>
          <p:cNvPr id="39" name="">
            <a:extLst xmlns:a="http://schemas.openxmlformats.org/drawingml/2006/main">
              <a:ext uri="{FF2B5EF4-FFF2-40B4-BE49-F238E27FC236}">
                <a16:creationId xmlns:a16="http://schemas.microsoft.com/office/drawing/2014/main" id="{A9880509-6DCA-47DC-9569-8CAFF9C79521}"/>
              </a:ext>
            </a:extLst>
          </p:cNvPr>
          <p:cNvSpPr>
            <a:spLocks xmlns:a="http://schemas.openxmlformats.org/drawingml/2006/main" noGrp="1"/>
          </p:cNvSpPr>
          <p:nvPr/>
        </p:nvSpPr>
        <p:spPr>
          <a:xfrm xmlns:a="http://schemas.openxmlformats.org/drawingml/2006/main">
            <a:off x="2428875" y="41052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67"/>
          </a:bodyPr>
          <a:lstStyle xmlns:a="http://schemas.openxmlformats.org/drawingml/2006/main">
            <a:defPPr algn="ctr">
              <a:defRPr sz="1875" b="1">
                <a:solidFill>
                  <a:srgbClr val="129B9A"/>
                </a:solidFill>
                <a:latin typeface="Malgun Gothic"/>
                <a:ea typeface="Malgun Gothic"/>
                <a:cs typeface="Malgun Gothic"/>
              </a:defRPr>
            </a:defPPr>
            <a:lvl1pPr algn="ctr">
              <a:defRPr sz="1875" b="1">
                <a:solidFill>
                  <a:srgbClr val="129B9A"/>
                </a:solidFill>
                <a:latin typeface="Malgun Gothic"/>
                <a:ea typeface="Malgun Gothic"/>
                <a:cs typeface="Malgun Gothic"/>
              </a:defRPr>
            </a:lvl1pPr>
            <a:lvl2pPr algn="ctr">
              <a:defRPr sz="1875" b="1">
                <a:solidFill>
                  <a:srgbClr val="129B9A"/>
                </a:solidFill>
                <a:latin typeface="Malgun Gothic"/>
                <a:ea typeface="Malgun Gothic"/>
                <a:cs typeface="Malgun Gothic"/>
              </a:defRPr>
            </a:lvl2pPr>
            <a:lvl3pPr algn="ctr">
              <a:defRPr sz="1875" b="1">
                <a:solidFill>
                  <a:srgbClr val="129B9A"/>
                </a:solidFill>
                <a:latin typeface="Malgun Gothic"/>
                <a:ea typeface="Malgun Gothic"/>
                <a:cs typeface="Malgun Gothic"/>
              </a:defRPr>
            </a:lvl3pPr>
            <a:lvl4pPr algn="ctr">
              <a:defRPr sz="1875" b="1">
                <a:solidFill>
                  <a:srgbClr val="129B9A"/>
                </a:solidFill>
                <a:latin typeface="Malgun Gothic"/>
                <a:ea typeface="Malgun Gothic"/>
                <a:cs typeface="Malgun Gothic"/>
              </a:defRPr>
            </a:lvl4pPr>
            <a:lvl5pPr algn="ctr">
              <a:defRPr sz="1875" b="1">
                <a:solidFill>
                  <a:srgbClr val="129B9A"/>
                </a:solidFill>
                <a:latin typeface="Malgun Gothic"/>
                <a:ea typeface="Malgun Gothic"/>
                <a:cs typeface="Malgun Gothic"/>
              </a:defRPr>
            </a:lvl5pPr>
            <a:lvl6pPr algn="ctr">
              <a:defRPr sz="1875" b="1">
                <a:solidFill>
                  <a:srgbClr val="129B9A"/>
                </a:solidFill>
                <a:latin typeface="Malgun Gothic"/>
                <a:ea typeface="Malgun Gothic"/>
                <a:cs typeface="Malgun Gothic"/>
              </a:defRPr>
            </a:lvl6pPr>
            <a:lvl7pPr algn="ctr">
              <a:defRPr sz="1875" b="1">
                <a:solidFill>
                  <a:srgbClr val="129B9A"/>
                </a:solidFill>
                <a:latin typeface="Malgun Gothic"/>
                <a:ea typeface="Malgun Gothic"/>
                <a:cs typeface="Malgun Gothic"/>
              </a:defRPr>
            </a:lvl7pPr>
            <a:lvl8pPr algn="ctr">
              <a:defRPr sz="1875" b="1">
                <a:solidFill>
                  <a:srgbClr val="129B9A"/>
                </a:solidFill>
                <a:latin typeface="Malgun Gothic"/>
                <a:ea typeface="Malgun Gothic"/>
                <a:cs typeface="Malgun Gothic"/>
              </a:defRPr>
            </a:lvl8pPr>
            <a:lvl9pPr algn="ctr">
              <a:defRPr sz="1875" b="1">
                <a:solidFill>
                  <a:srgbClr val="129B9A"/>
                </a:solidFill>
                <a:latin typeface="Malgun Gothic"/>
                <a:ea typeface="Malgun Gothic"/>
                <a:cs typeface="Malgun Gothic"/>
              </a:defRPr>
            </a:lvl9pPr>
          </a:lstStyle>
          <a:p xmlns:a="http://schemas.openxmlformats.org/drawingml/2006/main">
            <a:pPr algn="ctr">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40" name="">
            <a:extLst xmlns:a="http://schemas.openxmlformats.org/drawingml/2006/main">
              <a:ext uri="{FF2B5EF4-FFF2-40B4-BE49-F238E27FC236}">
                <a16:creationId xmlns:a16="http://schemas.microsoft.com/office/drawing/2014/main" id="{FF7D0D0E-898A-4E1B-A557-83E5AF73D228}"/>
              </a:ext>
            </a:extLst>
          </p:cNvPr>
          <p:cNvSpPr>
            <a:spLocks xmlns:a="http://schemas.openxmlformats.org/drawingml/2006/main" noGrp="1"/>
          </p:cNvSpPr>
          <p:nvPr/>
        </p:nvSpPr>
        <p:spPr>
          <a:xfrm xmlns:a="http://schemas.openxmlformats.org/drawingml/2006/main">
            <a:off x="4905375" y="41052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67"/>
          </a:bodyPr>
          <a:lstStyle xmlns:a="http://schemas.openxmlformats.org/drawingml/2006/main">
            <a:defPPr algn="ctr">
              <a:defRPr sz="1875" b="1">
                <a:solidFill>
                  <a:srgbClr val="129B9A"/>
                </a:solidFill>
                <a:latin typeface="Malgun Gothic"/>
                <a:ea typeface="Malgun Gothic"/>
                <a:cs typeface="Malgun Gothic"/>
              </a:defRPr>
            </a:defPPr>
            <a:lvl1pPr algn="ctr">
              <a:defRPr sz="1875" b="1">
                <a:solidFill>
                  <a:srgbClr val="129B9A"/>
                </a:solidFill>
                <a:latin typeface="Malgun Gothic"/>
                <a:ea typeface="Malgun Gothic"/>
                <a:cs typeface="Malgun Gothic"/>
              </a:defRPr>
            </a:lvl1pPr>
            <a:lvl2pPr algn="ctr">
              <a:defRPr sz="1875" b="1">
                <a:solidFill>
                  <a:srgbClr val="129B9A"/>
                </a:solidFill>
                <a:latin typeface="Malgun Gothic"/>
                <a:ea typeface="Malgun Gothic"/>
                <a:cs typeface="Malgun Gothic"/>
              </a:defRPr>
            </a:lvl2pPr>
            <a:lvl3pPr algn="ctr">
              <a:defRPr sz="1875" b="1">
                <a:solidFill>
                  <a:srgbClr val="129B9A"/>
                </a:solidFill>
                <a:latin typeface="Malgun Gothic"/>
                <a:ea typeface="Malgun Gothic"/>
                <a:cs typeface="Malgun Gothic"/>
              </a:defRPr>
            </a:lvl3pPr>
            <a:lvl4pPr algn="ctr">
              <a:defRPr sz="1875" b="1">
                <a:solidFill>
                  <a:srgbClr val="129B9A"/>
                </a:solidFill>
                <a:latin typeface="Malgun Gothic"/>
                <a:ea typeface="Malgun Gothic"/>
                <a:cs typeface="Malgun Gothic"/>
              </a:defRPr>
            </a:lvl4pPr>
            <a:lvl5pPr algn="ctr">
              <a:defRPr sz="1875" b="1">
                <a:solidFill>
                  <a:srgbClr val="129B9A"/>
                </a:solidFill>
                <a:latin typeface="Malgun Gothic"/>
                <a:ea typeface="Malgun Gothic"/>
                <a:cs typeface="Malgun Gothic"/>
              </a:defRPr>
            </a:lvl5pPr>
            <a:lvl6pPr algn="ctr">
              <a:defRPr sz="1875" b="1">
                <a:solidFill>
                  <a:srgbClr val="129B9A"/>
                </a:solidFill>
                <a:latin typeface="Malgun Gothic"/>
                <a:ea typeface="Malgun Gothic"/>
                <a:cs typeface="Malgun Gothic"/>
              </a:defRPr>
            </a:lvl6pPr>
            <a:lvl7pPr algn="ctr">
              <a:defRPr sz="1875" b="1">
                <a:solidFill>
                  <a:srgbClr val="129B9A"/>
                </a:solidFill>
                <a:latin typeface="Malgun Gothic"/>
                <a:ea typeface="Malgun Gothic"/>
                <a:cs typeface="Malgun Gothic"/>
              </a:defRPr>
            </a:lvl7pPr>
            <a:lvl8pPr algn="ctr">
              <a:defRPr sz="1875" b="1">
                <a:solidFill>
                  <a:srgbClr val="129B9A"/>
                </a:solidFill>
                <a:latin typeface="Malgun Gothic"/>
                <a:ea typeface="Malgun Gothic"/>
                <a:cs typeface="Malgun Gothic"/>
              </a:defRPr>
            </a:lvl8pPr>
            <a:lvl9pPr algn="ctr">
              <a:defRPr sz="1875" b="1">
                <a:solidFill>
                  <a:srgbClr val="129B9A"/>
                </a:solidFill>
                <a:latin typeface="Malgun Gothic"/>
                <a:ea typeface="Malgun Gothic"/>
                <a:cs typeface="Malgun Gothic"/>
              </a:defRPr>
            </a:lvl9pPr>
          </a:lstStyle>
          <a:p xmlns:a="http://schemas.openxmlformats.org/drawingml/2006/main">
            <a:pPr algn="ctr">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41" name="">
            <a:extLst xmlns:a="http://schemas.openxmlformats.org/drawingml/2006/main">
              <a:ext uri="{FF2B5EF4-FFF2-40B4-BE49-F238E27FC236}">
                <a16:creationId xmlns:a16="http://schemas.microsoft.com/office/drawing/2014/main" id="{722A3490-B2D4-448E-AB88-EB3011B53E99}"/>
              </a:ext>
            </a:extLst>
          </p:cNvPr>
          <p:cNvSpPr>
            <a:spLocks xmlns:a="http://schemas.openxmlformats.org/drawingml/2006/main" noGrp="1"/>
          </p:cNvSpPr>
          <p:nvPr/>
        </p:nvSpPr>
        <p:spPr>
          <a:xfrm xmlns:a="http://schemas.openxmlformats.org/drawingml/2006/main">
            <a:off x="7381875" y="41052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67"/>
          </a:bodyPr>
          <a:lstStyle xmlns:a="http://schemas.openxmlformats.org/drawingml/2006/main">
            <a:defPPr algn="ctr">
              <a:defRPr sz="1875" b="1">
                <a:solidFill>
                  <a:srgbClr val="129B9A"/>
                </a:solidFill>
                <a:latin typeface="Malgun Gothic"/>
                <a:ea typeface="Malgun Gothic"/>
                <a:cs typeface="Malgun Gothic"/>
              </a:defRPr>
            </a:defPPr>
            <a:lvl1pPr algn="ctr">
              <a:defRPr sz="1875" b="1">
                <a:solidFill>
                  <a:srgbClr val="129B9A"/>
                </a:solidFill>
                <a:latin typeface="Malgun Gothic"/>
                <a:ea typeface="Malgun Gothic"/>
                <a:cs typeface="Malgun Gothic"/>
              </a:defRPr>
            </a:lvl1pPr>
            <a:lvl2pPr algn="ctr">
              <a:defRPr sz="1875" b="1">
                <a:solidFill>
                  <a:srgbClr val="129B9A"/>
                </a:solidFill>
                <a:latin typeface="Malgun Gothic"/>
                <a:ea typeface="Malgun Gothic"/>
                <a:cs typeface="Malgun Gothic"/>
              </a:defRPr>
            </a:lvl2pPr>
            <a:lvl3pPr algn="ctr">
              <a:defRPr sz="1875" b="1">
                <a:solidFill>
                  <a:srgbClr val="129B9A"/>
                </a:solidFill>
                <a:latin typeface="Malgun Gothic"/>
                <a:ea typeface="Malgun Gothic"/>
                <a:cs typeface="Malgun Gothic"/>
              </a:defRPr>
            </a:lvl3pPr>
            <a:lvl4pPr algn="ctr">
              <a:defRPr sz="1875" b="1">
                <a:solidFill>
                  <a:srgbClr val="129B9A"/>
                </a:solidFill>
                <a:latin typeface="Malgun Gothic"/>
                <a:ea typeface="Malgun Gothic"/>
                <a:cs typeface="Malgun Gothic"/>
              </a:defRPr>
            </a:lvl4pPr>
            <a:lvl5pPr algn="ctr">
              <a:defRPr sz="1875" b="1">
                <a:solidFill>
                  <a:srgbClr val="129B9A"/>
                </a:solidFill>
                <a:latin typeface="Malgun Gothic"/>
                <a:ea typeface="Malgun Gothic"/>
                <a:cs typeface="Malgun Gothic"/>
              </a:defRPr>
            </a:lvl5pPr>
            <a:lvl6pPr algn="ctr">
              <a:defRPr sz="1875" b="1">
                <a:solidFill>
                  <a:srgbClr val="129B9A"/>
                </a:solidFill>
                <a:latin typeface="Malgun Gothic"/>
                <a:ea typeface="Malgun Gothic"/>
                <a:cs typeface="Malgun Gothic"/>
              </a:defRPr>
            </a:lvl6pPr>
            <a:lvl7pPr algn="ctr">
              <a:defRPr sz="1875" b="1">
                <a:solidFill>
                  <a:srgbClr val="129B9A"/>
                </a:solidFill>
                <a:latin typeface="Malgun Gothic"/>
                <a:ea typeface="Malgun Gothic"/>
                <a:cs typeface="Malgun Gothic"/>
              </a:defRPr>
            </a:lvl7pPr>
            <a:lvl8pPr algn="ctr">
              <a:defRPr sz="1875" b="1">
                <a:solidFill>
                  <a:srgbClr val="129B9A"/>
                </a:solidFill>
                <a:latin typeface="Malgun Gothic"/>
                <a:ea typeface="Malgun Gothic"/>
                <a:cs typeface="Malgun Gothic"/>
              </a:defRPr>
            </a:lvl8pPr>
            <a:lvl9pPr algn="ctr">
              <a:defRPr sz="1875" b="1">
                <a:solidFill>
                  <a:srgbClr val="129B9A"/>
                </a:solidFill>
                <a:latin typeface="Malgun Gothic"/>
                <a:ea typeface="Malgun Gothic"/>
                <a:cs typeface="Malgun Gothic"/>
              </a:defRPr>
            </a:lvl9pPr>
          </a:lstStyle>
          <a:p xmlns:a="http://schemas.openxmlformats.org/drawingml/2006/main">
            <a:pPr algn="ctr">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42" name="">
            <a:extLst xmlns:a="http://schemas.openxmlformats.org/drawingml/2006/main">
              <a:ext uri="{FF2B5EF4-FFF2-40B4-BE49-F238E27FC236}">
                <a16:creationId xmlns:a16="http://schemas.microsoft.com/office/drawing/2014/main" id="{A07BFA97-AA49-4487-9B25-C44377A4B800}"/>
              </a:ext>
            </a:extLst>
          </p:cNvPr>
          <p:cNvSpPr>
            <a:spLocks xmlns:a="http://schemas.openxmlformats.org/drawingml/2006/main" noGrp="1"/>
          </p:cNvSpPr>
          <p:nvPr/>
        </p:nvSpPr>
        <p:spPr>
          <a:xfrm xmlns:a="http://schemas.openxmlformats.org/drawingml/2006/main">
            <a:off x="9858375" y="41052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67"/>
          </a:bodyPr>
          <a:lstStyle xmlns:a="http://schemas.openxmlformats.org/drawingml/2006/main">
            <a:defPPr algn="ctr">
              <a:defRPr sz="1875" b="1">
                <a:solidFill>
                  <a:srgbClr val="129B9A"/>
                </a:solidFill>
                <a:latin typeface="Malgun Gothic"/>
                <a:ea typeface="Malgun Gothic"/>
                <a:cs typeface="Malgun Gothic"/>
              </a:defRPr>
            </a:defPPr>
            <a:lvl1pPr algn="ctr">
              <a:defRPr sz="1875" b="1">
                <a:solidFill>
                  <a:srgbClr val="129B9A"/>
                </a:solidFill>
                <a:latin typeface="Malgun Gothic"/>
                <a:ea typeface="Malgun Gothic"/>
                <a:cs typeface="Malgun Gothic"/>
              </a:defRPr>
            </a:lvl1pPr>
            <a:lvl2pPr algn="ctr">
              <a:defRPr sz="1875" b="1">
                <a:solidFill>
                  <a:srgbClr val="129B9A"/>
                </a:solidFill>
                <a:latin typeface="Malgun Gothic"/>
                <a:ea typeface="Malgun Gothic"/>
                <a:cs typeface="Malgun Gothic"/>
              </a:defRPr>
            </a:lvl2pPr>
            <a:lvl3pPr algn="ctr">
              <a:defRPr sz="1875" b="1">
                <a:solidFill>
                  <a:srgbClr val="129B9A"/>
                </a:solidFill>
                <a:latin typeface="Malgun Gothic"/>
                <a:ea typeface="Malgun Gothic"/>
                <a:cs typeface="Malgun Gothic"/>
              </a:defRPr>
            </a:lvl3pPr>
            <a:lvl4pPr algn="ctr">
              <a:defRPr sz="1875" b="1">
                <a:solidFill>
                  <a:srgbClr val="129B9A"/>
                </a:solidFill>
                <a:latin typeface="Malgun Gothic"/>
                <a:ea typeface="Malgun Gothic"/>
                <a:cs typeface="Malgun Gothic"/>
              </a:defRPr>
            </a:lvl4pPr>
            <a:lvl5pPr algn="ctr">
              <a:defRPr sz="1875" b="1">
                <a:solidFill>
                  <a:srgbClr val="129B9A"/>
                </a:solidFill>
                <a:latin typeface="Malgun Gothic"/>
                <a:ea typeface="Malgun Gothic"/>
                <a:cs typeface="Malgun Gothic"/>
              </a:defRPr>
            </a:lvl5pPr>
            <a:lvl6pPr algn="ctr">
              <a:defRPr sz="1875" b="1">
                <a:solidFill>
                  <a:srgbClr val="129B9A"/>
                </a:solidFill>
                <a:latin typeface="Malgun Gothic"/>
                <a:ea typeface="Malgun Gothic"/>
                <a:cs typeface="Malgun Gothic"/>
              </a:defRPr>
            </a:lvl6pPr>
            <a:lvl7pPr algn="ctr">
              <a:defRPr sz="1875" b="1">
                <a:solidFill>
                  <a:srgbClr val="129B9A"/>
                </a:solidFill>
                <a:latin typeface="Malgun Gothic"/>
                <a:ea typeface="Malgun Gothic"/>
                <a:cs typeface="Malgun Gothic"/>
              </a:defRPr>
            </a:lvl7pPr>
            <a:lvl8pPr algn="ctr">
              <a:defRPr sz="1875" b="1">
                <a:solidFill>
                  <a:srgbClr val="129B9A"/>
                </a:solidFill>
                <a:latin typeface="Malgun Gothic"/>
                <a:ea typeface="Malgun Gothic"/>
                <a:cs typeface="Malgun Gothic"/>
              </a:defRPr>
            </a:lvl8pPr>
            <a:lvl9pPr algn="ctr">
              <a:defRPr sz="1875" b="1">
                <a:solidFill>
                  <a:srgbClr val="129B9A"/>
                </a:solidFill>
                <a:latin typeface="Malgun Gothic"/>
                <a:ea typeface="Malgun Gothic"/>
                <a:cs typeface="Malgun Gothic"/>
              </a:defRPr>
            </a:lvl9pPr>
          </a:lstStyle>
          <a:p xmlns:a="http://schemas.openxmlformats.org/drawingml/2006/main">
            <a:pPr algn="ctr">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43" name="">
            <a:extLst xmlns:a="http://schemas.openxmlformats.org/drawingml/2006/main">
              <a:ext uri="{FF2B5EF4-FFF2-40B4-BE49-F238E27FC236}">
                <a16:creationId xmlns:a16="http://schemas.microsoft.com/office/drawing/2014/main" id="{9FD84768-0A72-4461-99AF-00ED569B364A}"/>
              </a:ext>
            </a:extLst>
          </p:cNvPr>
          <p:cNvSpPr>
            <a:spLocks xmlns:a="http://schemas.openxmlformats.org/drawingml/2006/main" noGrp="1"/>
          </p:cNvSpPr>
          <p:nvPr/>
        </p:nvSpPr>
        <p:spPr>
          <a:xfrm xmlns:a="http://schemas.openxmlformats.org/drawingml/2006/main">
            <a:off x="609600" y="500062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3384D"/>
                </a:solidFill>
                <a:latin typeface="Malgun Gothic"/>
                <a:ea typeface="Malgun Gothic"/>
                <a:cs typeface="Malgun Gothic"/>
              </a:defRPr>
            </a:defPPr>
            <a:lvl1pPr algn="l">
              <a:defRPr sz="1350" b="0">
                <a:solidFill>
                  <a:srgbClr val="23384D"/>
                </a:solidFill>
                <a:latin typeface="Malgun Gothic"/>
                <a:ea typeface="Malgun Gothic"/>
                <a:cs typeface="Malgun Gothic"/>
              </a:defRPr>
            </a:lvl1pPr>
            <a:lvl2pPr algn="l">
              <a:defRPr sz="1350" b="0">
                <a:solidFill>
                  <a:srgbClr val="23384D"/>
                </a:solidFill>
                <a:latin typeface="Malgun Gothic"/>
                <a:ea typeface="Malgun Gothic"/>
                <a:cs typeface="Malgun Gothic"/>
              </a:defRPr>
            </a:lvl2pPr>
            <a:lvl3pPr algn="l">
              <a:defRPr sz="1350" b="0">
                <a:solidFill>
                  <a:srgbClr val="23384D"/>
                </a:solidFill>
                <a:latin typeface="Malgun Gothic"/>
                <a:ea typeface="Malgun Gothic"/>
                <a:cs typeface="Malgun Gothic"/>
              </a:defRPr>
            </a:lvl3pPr>
            <a:lvl4pPr algn="l">
              <a:defRPr sz="1350" b="0">
                <a:solidFill>
                  <a:srgbClr val="23384D"/>
                </a:solidFill>
                <a:latin typeface="Malgun Gothic"/>
                <a:ea typeface="Malgun Gothic"/>
                <a:cs typeface="Malgun Gothic"/>
              </a:defRPr>
            </a:lvl4pPr>
            <a:lvl5pPr algn="l">
              <a:defRPr sz="1350" b="0">
                <a:solidFill>
                  <a:srgbClr val="23384D"/>
                </a:solidFill>
                <a:latin typeface="Malgun Gothic"/>
                <a:ea typeface="Malgun Gothic"/>
                <a:cs typeface="Malgun Gothic"/>
              </a:defRPr>
            </a:lvl5pPr>
            <a:lvl6pPr algn="l">
              <a:defRPr sz="1350" b="0">
                <a:solidFill>
                  <a:srgbClr val="23384D"/>
                </a:solidFill>
                <a:latin typeface="Malgun Gothic"/>
                <a:ea typeface="Malgun Gothic"/>
                <a:cs typeface="Malgun Gothic"/>
              </a:defRPr>
            </a:lvl6pPr>
            <a:lvl7pPr algn="l">
              <a:defRPr sz="1350" b="0">
                <a:solidFill>
                  <a:srgbClr val="23384D"/>
                </a:solidFill>
                <a:latin typeface="Malgun Gothic"/>
                <a:ea typeface="Malgun Gothic"/>
                <a:cs typeface="Malgun Gothic"/>
              </a:defRPr>
            </a:lvl7pPr>
            <a:lvl8pPr algn="l">
              <a:defRPr sz="1350" b="0">
                <a:solidFill>
                  <a:srgbClr val="23384D"/>
                </a:solidFill>
                <a:latin typeface="Malgun Gothic"/>
                <a:ea typeface="Malgun Gothic"/>
                <a:cs typeface="Malgun Gothic"/>
              </a:defRPr>
            </a:lvl8pPr>
            <a:lvl9pPr algn="l">
              <a:defRPr sz="1350" b="0">
                <a:solidFill>
                  <a:srgbClr val="23384D"/>
                </a:solidFill>
                <a:latin typeface="Malgun Gothic"/>
                <a:ea typeface="Malgun Gothic"/>
                <a:cs typeface="Malgun Gothic"/>
              </a:defRPr>
            </a:lvl9pPr>
          </a:lstStyle>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서울·부산·창원 언어·친구 3건은 PUBLISHED, 연결 회차는 RECRUITING.</a:t>
            </a:r>
          </a:p>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진행 가능 언어는 3건 모두 미확인 빈 배열이며, 0원 회차 1건은 실제 결제가 연결된 뜻이 아닙니다.</a:t>
            </a:r>
          </a:p>
        </p:txBody>
      </p:sp>
    </p:spTree>
    <p:extLst>
      <p:ext uri="{BB962C8B-B14F-4D97-AF65-F5344CB8AC3E}">
        <p14:creationId xmlns:p14="http://schemas.microsoft.com/office/powerpoint/2010/main" val="273790716"/>
      </p:ext>
    </p:extLst>
  </p:cSld>
</p:sld>
</file>

<file path=ppt/slides/slide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6A73631-84D1-4C31-810F-E13D48EB9740}"/>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LOCAL EUM ARCHITECTURE</a:t>
            </a:r>
          </a:p>
        </p:txBody>
      </p:sp>
      <p:sp>
        <p:nvSpPr>
          <p:cNvPr id="2" name="">
            <a:extLst xmlns:a="http://schemas.openxmlformats.org/drawingml/2006/main">
              <a:ext uri="{FF2B5EF4-FFF2-40B4-BE49-F238E27FC236}">
                <a16:creationId xmlns:a16="http://schemas.microsoft.com/office/drawing/2014/main" id="{BF7342A5-278A-4BCB-BF11-0062B8076D85}"/>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여행자 화면과 호스트 운영을 Supabase로 연결</a:t>
            </a:r>
          </a:p>
        </p:txBody>
      </p:sp>
      <p:sp>
        <p:nvSpPr>
          <p:cNvPr id="3" name="">
            <a:extLst xmlns:a="http://schemas.openxmlformats.org/drawingml/2006/main">
              <a:ext uri="{FF2B5EF4-FFF2-40B4-BE49-F238E27FC236}">
                <a16:creationId xmlns:a16="http://schemas.microsoft.com/office/drawing/2014/main" id="{6AB94C5D-3BCD-4078-83C9-E6B9E11397A8}"/>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B18C059-92EA-48B1-B3AE-CD202EBAEA10}"/>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1A639282-2A9E-4029-9CB3-F066DEB7B040}"/>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07 / 12</a:t>
            </a:r>
          </a:p>
        </p:txBody>
      </p:sp>
      <p:sp>
        <p:nvSpPr>
          <p:cNvPr id="6" name="">
            <a:extLst xmlns:a="http://schemas.openxmlformats.org/drawingml/2006/main">
              <a:ext uri="{FF2B5EF4-FFF2-40B4-BE49-F238E27FC236}">
                <a16:creationId xmlns:a16="http://schemas.microsoft.com/office/drawing/2014/main" id="{1F71262D-3BE0-4978-B6BA-626872B53BEE}"/>
              </a:ext>
            </a:extLst>
          </p:cNvPr>
          <p:cNvSpPr>
            <a:spLocks xmlns:a="http://schemas.openxmlformats.org/drawingml/2006/main" noGrp="1"/>
          </p:cNvSpPr>
          <p:nvPr/>
        </p:nvSpPr>
        <p:spPr>
          <a:xfrm xmlns:a="http://schemas.openxmlformats.org/drawingml/2006/main">
            <a:off x="609600" y="1657350"/>
            <a:ext cx="7143750" cy="3429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5AB0D2D3-3844-4378-9E55-07BD0E7DC1EF}"/>
              </a:ext>
            </a:extLst>
          </p:cNvPr>
          <p:cNvSpPr>
            <a:spLocks xmlns:a="http://schemas.openxmlformats.org/drawingml/2006/main" noGrp="1"/>
          </p:cNvSpPr>
          <p:nvPr/>
        </p:nvSpPr>
        <p:spPr>
          <a:xfrm xmlns:a="http://schemas.openxmlformats.org/drawingml/2006/main">
            <a:off x="838200" y="183832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1">
                <a:solidFill>
                  <a:srgbClr val="192C40"/>
                </a:solidFill>
                <a:latin typeface="Malgun Gothic"/>
                <a:ea typeface="Malgun Gothic"/>
                <a:cs typeface="Malgun Gothic"/>
              </a:defRPr>
            </a:defPPr>
            <a:lvl1pPr algn="ctr">
              <a:defRPr sz="1500" b="1">
                <a:solidFill>
                  <a:srgbClr val="192C40"/>
                </a:solidFill>
                <a:latin typeface="Malgun Gothic"/>
                <a:ea typeface="Malgun Gothic"/>
                <a:cs typeface="Malgun Gothic"/>
              </a:defRPr>
            </a:lvl1pPr>
            <a:lvl2pPr algn="ctr">
              <a:defRPr sz="1500" b="1">
                <a:solidFill>
                  <a:srgbClr val="192C40"/>
                </a:solidFill>
                <a:latin typeface="Malgun Gothic"/>
                <a:ea typeface="Malgun Gothic"/>
                <a:cs typeface="Malgun Gothic"/>
              </a:defRPr>
            </a:lvl2pPr>
            <a:lvl3pPr algn="ctr">
              <a:defRPr sz="1500" b="1">
                <a:solidFill>
                  <a:srgbClr val="192C40"/>
                </a:solidFill>
                <a:latin typeface="Malgun Gothic"/>
                <a:ea typeface="Malgun Gothic"/>
                <a:cs typeface="Malgun Gothic"/>
              </a:defRPr>
            </a:lvl3pPr>
            <a:lvl4pPr algn="ctr">
              <a:defRPr sz="1500" b="1">
                <a:solidFill>
                  <a:srgbClr val="192C40"/>
                </a:solidFill>
                <a:latin typeface="Malgun Gothic"/>
                <a:ea typeface="Malgun Gothic"/>
                <a:cs typeface="Malgun Gothic"/>
              </a:defRPr>
            </a:lvl4pPr>
            <a:lvl5pPr algn="ctr">
              <a:defRPr sz="1500" b="1">
                <a:solidFill>
                  <a:srgbClr val="192C40"/>
                </a:solidFill>
                <a:latin typeface="Malgun Gothic"/>
                <a:ea typeface="Malgun Gothic"/>
                <a:cs typeface="Malgun Gothic"/>
              </a:defRPr>
            </a:lvl5pPr>
            <a:lvl6pPr algn="ctr">
              <a:defRPr sz="1500" b="1">
                <a:solidFill>
                  <a:srgbClr val="192C40"/>
                </a:solidFill>
                <a:latin typeface="Malgun Gothic"/>
                <a:ea typeface="Malgun Gothic"/>
                <a:cs typeface="Malgun Gothic"/>
              </a:defRPr>
            </a:lvl6pPr>
            <a:lvl7pPr algn="ctr">
              <a:defRPr sz="1500" b="1">
                <a:solidFill>
                  <a:srgbClr val="192C40"/>
                </a:solidFill>
                <a:latin typeface="Malgun Gothic"/>
                <a:ea typeface="Malgun Gothic"/>
                <a:cs typeface="Malgun Gothic"/>
              </a:defRPr>
            </a:lvl7pPr>
            <a:lvl8pPr algn="ctr">
              <a:defRPr sz="1500" b="1">
                <a:solidFill>
                  <a:srgbClr val="192C40"/>
                </a:solidFill>
                <a:latin typeface="Malgun Gothic"/>
                <a:ea typeface="Malgun Gothic"/>
                <a:cs typeface="Malgun Gothic"/>
              </a:defRPr>
            </a:lvl8pPr>
            <a:lvl9pPr algn="ctr">
              <a:defRPr sz="1500" b="1">
                <a:solidFill>
                  <a:srgbClr val="192C40"/>
                </a:solidFill>
                <a:latin typeface="Malgun Gothic"/>
                <a:ea typeface="Malgun Gothic"/>
                <a:cs typeface="Malgun Gothic"/>
              </a:defRPr>
            </a:lvl9pPr>
          </a:lstStyle>
          <a:p xmlns:a="http://schemas.openxmlformats.org/drawingml/2006/main">
            <a:pPr algn="ctr">
              <a:defRPr sz="1500" b="1">
                <a:solidFill>
                  <a:srgbClr val="192C40"/>
                </a:solidFill>
                <a:latin typeface="Malgun Gothic"/>
                <a:ea typeface="Malgun Gothic"/>
                <a:cs typeface="Malgun Gothic"/>
              </a:defRPr>
            </a:pPr>
            <a:r>
              <a:rPr sz="1500" b="1">
                <a:solidFill>
                  <a:srgbClr val="192C40"/>
                </a:solidFill>
                <a:latin typeface="Malgun Gothic"/>
                <a:ea typeface="Malgun Gothic"/>
                <a:cs typeface="Malgun Gothic"/>
              </a:rPr>
              <a:t>여행자·HOST 브라우저</a:t>
            </a:r>
          </a:p>
        </p:txBody>
      </p:sp>
      <p:sp>
        <p:nvSpPr>
          <p:cNvPr id="8" name="">
            <a:extLst xmlns:a="http://schemas.openxmlformats.org/drawingml/2006/main">
              <a:ext uri="{FF2B5EF4-FFF2-40B4-BE49-F238E27FC236}">
                <a16:creationId xmlns:a16="http://schemas.microsoft.com/office/drawing/2014/main" id="{46020D76-1F4E-4980-821C-B118B44691E9}"/>
              </a:ext>
            </a:extLst>
          </p:cNvPr>
          <p:cNvSpPr>
            <a:spLocks xmlns:a="http://schemas.openxmlformats.org/drawingml/2006/main" noGrp="1"/>
          </p:cNvSpPr>
          <p:nvPr/>
        </p:nvSpPr>
        <p:spPr>
          <a:xfrm xmlns:a="http://schemas.openxmlformats.org/drawingml/2006/main">
            <a:off x="876300" y="2324100"/>
            <a:ext cx="2286000" cy="990600"/>
          </a:xfrm>
          <a:prstGeom xmlns:a="http://schemas.openxmlformats.org/drawingml/2006/main" prst="roundRect">
            <a:avLst>
              <a:gd name="adj" fmla="val 15385"/>
            </a:avLst>
          </a:prstGeom>
          <a:solidFill xmlns:a="http://schemas.openxmlformats.org/drawingml/2006/main">
            <a:srgbClr val="EAF3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0423A4E-1AFD-40E2-A44A-CB01330CCBB8}"/>
              </a:ext>
            </a:extLst>
          </p:cNvPr>
          <p:cNvSpPr>
            <a:spLocks xmlns:a="http://schemas.openxmlformats.org/drawingml/2006/main" noGrp="1"/>
          </p:cNvSpPr>
          <p:nvPr/>
        </p:nvSpPr>
        <p:spPr>
          <a:xfrm xmlns:a="http://schemas.openxmlformats.org/drawingml/2006/main">
            <a:off x="1085850" y="2495550"/>
            <a:ext cx="1866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React + Vite</a:t>
            </a:r>
          </a:p>
        </p:txBody>
      </p:sp>
      <p:sp>
        <p:nvSpPr>
          <p:cNvPr id="10" name="">
            <a:extLst xmlns:a="http://schemas.openxmlformats.org/drawingml/2006/main">
              <a:ext uri="{FF2B5EF4-FFF2-40B4-BE49-F238E27FC236}">
                <a16:creationId xmlns:a16="http://schemas.microsoft.com/office/drawing/2014/main" id="{5BF715EC-4133-4399-B639-FB1E991782DA}"/>
              </a:ext>
            </a:extLst>
          </p:cNvPr>
          <p:cNvSpPr>
            <a:spLocks xmlns:a="http://schemas.openxmlformats.org/drawingml/2006/main" noGrp="1"/>
          </p:cNvSpPr>
          <p:nvPr/>
        </p:nvSpPr>
        <p:spPr>
          <a:xfrm xmlns:a="http://schemas.openxmlformats.org/drawingml/2006/main">
            <a:off x="1085850" y="28384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993"/>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공통 Header / App 라우터</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/local-eum 화면</a:t>
            </a:r>
          </a:p>
        </p:txBody>
      </p:sp>
      <p:sp>
        <p:nvSpPr>
          <p:cNvPr id="11" name="">
            <a:extLst xmlns:a="http://schemas.openxmlformats.org/drawingml/2006/main">
              <a:ext uri="{FF2B5EF4-FFF2-40B4-BE49-F238E27FC236}">
                <a16:creationId xmlns:a16="http://schemas.microsoft.com/office/drawing/2014/main" id="{0333FB4E-70AE-43D1-9A3D-D4DD44AB1964}"/>
              </a:ext>
            </a:extLst>
          </p:cNvPr>
          <p:cNvSpPr>
            <a:spLocks xmlns:a="http://schemas.openxmlformats.org/drawingml/2006/main" noGrp="1"/>
          </p:cNvSpPr>
          <p:nvPr/>
        </p:nvSpPr>
        <p:spPr>
          <a:xfrm xmlns:a="http://schemas.openxmlformats.org/drawingml/2006/main">
            <a:off x="3752850" y="2324100"/>
            <a:ext cx="3314700" cy="990600"/>
          </a:xfrm>
          <a:prstGeom xmlns:a="http://schemas.openxmlformats.org/drawingml/2006/main" prst="roundRect">
            <a:avLst>
              <a:gd name="adj" fmla="val 15385"/>
            </a:avLst>
          </a:prstGeom>
          <a:solidFill xmlns:a="http://schemas.openxmlformats.org/drawingml/2006/main">
            <a:srgbClr val="E6F4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42EAD9-84B4-4915-8B50-BB6F8A5EB01B}"/>
              </a:ext>
            </a:extLst>
          </p:cNvPr>
          <p:cNvSpPr>
            <a:spLocks xmlns:a="http://schemas.openxmlformats.org/drawingml/2006/main" noGrp="1"/>
          </p:cNvSpPr>
          <p:nvPr/>
        </p:nvSpPr>
        <p:spPr>
          <a:xfrm xmlns:a="http://schemas.openxmlformats.org/drawingml/2006/main">
            <a:off x="3962400" y="2495550"/>
            <a:ext cx="2895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Supabase Auth + PostgreSQL</a:t>
            </a:r>
          </a:p>
        </p:txBody>
      </p:sp>
      <p:sp>
        <p:nvSpPr>
          <p:cNvPr id="13" name="">
            <a:extLst xmlns:a="http://schemas.openxmlformats.org/drawingml/2006/main">
              <a:ext uri="{FF2B5EF4-FFF2-40B4-BE49-F238E27FC236}">
                <a16:creationId xmlns:a16="http://schemas.microsoft.com/office/drawing/2014/main" id="{C6E950A5-A651-4B07-A2B1-D36B5EF2D148}"/>
              </a:ext>
            </a:extLst>
          </p:cNvPr>
          <p:cNvSpPr>
            <a:spLocks xmlns:a="http://schemas.openxmlformats.org/drawingml/2006/main" noGrp="1"/>
          </p:cNvSpPr>
          <p:nvPr/>
        </p:nvSpPr>
        <p:spPr>
          <a:xfrm xmlns:a="http://schemas.openxmlformats.org/drawingml/2006/main">
            <a:off x="3962400" y="28384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993"/>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로그인·역할·체험 데이터</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RLS가 행 접근을 제한</a:t>
            </a:r>
          </a:p>
        </p:txBody>
      </p:sp>
      <p:sp>
        <p:nvSpPr>
          <p:cNvPr id="14" name="">
            <a:extLst xmlns:a="http://schemas.openxmlformats.org/drawingml/2006/main">
              <a:ext uri="{FF2B5EF4-FFF2-40B4-BE49-F238E27FC236}">
                <a16:creationId xmlns:a16="http://schemas.microsoft.com/office/drawing/2014/main" id="{FACC8560-EC28-4A60-9F02-A84B5C0E34A6}"/>
              </a:ext>
            </a:extLst>
          </p:cNvPr>
          <p:cNvSpPr>
            <a:spLocks xmlns:a="http://schemas.openxmlformats.org/drawingml/2006/main" noGrp="1"/>
          </p:cNvSpPr>
          <p:nvPr/>
        </p:nvSpPr>
        <p:spPr>
          <a:xfrm xmlns:a="http://schemas.openxmlformats.org/drawingml/2006/main">
            <a:off x="3228975" y="26670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1">
                <a:solidFill>
                  <a:srgbClr val="129B9A"/>
                </a:solidFill>
                <a:latin typeface="Malgun Gothic"/>
                <a:ea typeface="Malgun Gothic"/>
                <a:cs typeface="Malgun Gothic"/>
              </a:defRPr>
            </a:defPPr>
            <a:lvl1pPr algn="ctr">
              <a:defRPr sz="1875" b="1">
                <a:solidFill>
                  <a:srgbClr val="129B9A"/>
                </a:solidFill>
                <a:latin typeface="Malgun Gothic"/>
                <a:ea typeface="Malgun Gothic"/>
                <a:cs typeface="Malgun Gothic"/>
              </a:defRPr>
            </a:lvl1pPr>
            <a:lvl2pPr algn="ctr">
              <a:defRPr sz="1875" b="1">
                <a:solidFill>
                  <a:srgbClr val="129B9A"/>
                </a:solidFill>
                <a:latin typeface="Malgun Gothic"/>
                <a:ea typeface="Malgun Gothic"/>
                <a:cs typeface="Malgun Gothic"/>
              </a:defRPr>
            </a:lvl2pPr>
            <a:lvl3pPr algn="ctr">
              <a:defRPr sz="1875" b="1">
                <a:solidFill>
                  <a:srgbClr val="129B9A"/>
                </a:solidFill>
                <a:latin typeface="Malgun Gothic"/>
                <a:ea typeface="Malgun Gothic"/>
                <a:cs typeface="Malgun Gothic"/>
              </a:defRPr>
            </a:lvl3pPr>
            <a:lvl4pPr algn="ctr">
              <a:defRPr sz="1875" b="1">
                <a:solidFill>
                  <a:srgbClr val="129B9A"/>
                </a:solidFill>
                <a:latin typeface="Malgun Gothic"/>
                <a:ea typeface="Malgun Gothic"/>
                <a:cs typeface="Malgun Gothic"/>
              </a:defRPr>
            </a:lvl4pPr>
            <a:lvl5pPr algn="ctr">
              <a:defRPr sz="1875" b="1">
                <a:solidFill>
                  <a:srgbClr val="129B9A"/>
                </a:solidFill>
                <a:latin typeface="Malgun Gothic"/>
                <a:ea typeface="Malgun Gothic"/>
                <a:cs typeface="Malgun Gothic"/>
              </a:defRPr>
            </a:lvl5pPr>
            <a:lvl6pPr algn="ctr">
              <a:defRPr sz="1875" b="1">
                <a:solidFill>
                  <a:srgbClr val="129B9A"/>
                </a:solidFill>
                <a:latin typeface="Malgun Gothic"/>
                <a:ea typeface="Malgun Gothic"/>
                <a:cs typeface="Malgun Gothic"/>
              </a:defRPr>
            </a:lvl6pPr>
            <a:lvl7pPr algn="ctr">
              <a:defRPr sz="1875" b="1">
                <a:solidFill>
                  <a:srgbClr val="129B9A"/>
                </a:solidFill>
                <a:latin typeface="Malgun Gothic"/>
                <a:ea typeface="Malgun Gothic"/>
                <a:cs typeface="Malgun Gothic"/>
              </a:defRPr>
            </a:lvl7pPr>
            <a:lvl8pPr algn="ctr">
              <a:defRPr sz="1875" b="1">
                <a:solidFill>
                  <a:srgbClr val="129B9A"/>
                </a:solidFill>
                <a:latin typeface="Malgun Gothic"/>
                <a:ea typeface="Malgun Gothic"/>
                <a:cs typeface="Malgun Gothic"/>
              </a:defRPr>
            </a:lvl8pPr>
            <a:lvl9pPr algn="ctr">
              <a:defRPr sz="1875" b="1">
                <a:solidFill>
                  <a:srgbClr val="129B9A"/>
                </a:solidFill>
                <a:latin typeface="Malgun Gothic"/>
                <a:ea typeface="Malgun Gothic"/>
                <a:cs typeface="Malgun Gothic"/>
              </a:defRPr>
            </a:lvl9pPr>
          </a:lstStyle>
          <a:p xmlns:a="http://schemas.openxmlformats.org/drawingml/2006/main">
            <a:pPr algn="ctr">
              <a:defRPr sz="1875" b="1">
                <a:solidFill>
                  <a:srgbClr val="129B9A"/>
                </a:solidFill>
                <a:latin typeface="Malgun Gothic"/>
                <a:ea typeface="Malgun Gothic"/>
                <a:cs typeface="Malgun Gothic"/>
              </a:defRPr>
            </a:pPr>
            <a:r>
              <a:rPr sz="1875" b="1">
                <a:solidFill>
                  <a:srgbClr val="129B9A"/>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A5D88824-F4A4-4A30-923E-9FA85708E187}"/>
              </a:ext>
            </a:extLst>
          </p:cNvPr>
          <p:cNvSpPr>
            <a:spLocks xmlns:a="http://schemas.openxmlformats.org/drawingml/2006/main" noGrp="1"/>
          </p:cNvSpPr>
          <p:nvPr/>
        </p:nvSpPr>
        <p:spPr>
          <a:xfrm xmlns:a="http://schemas.openxmlformats.org/drawingml/2006/main">
            <a:off x="876300" y="3676650"/>
            <a:ext cx="2286000" cy="990600"/>
          </a:xfrm>
          <a:prstGeom xmlns:a="http://schemas.openxmlformats.org/drawingml/2006/main" prst="roundRect">
            <a:avLst>
              <a:gd name="adj" fmla="val 15385"/>
            </a:avLst>
          </a:prstGeom>
          <a:solidFill xmlns:a="http://schemas.openxmlformats.org/drawingml/2006/main">
            <a:srgbClr val="EDF1F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F8D5C56-DB6E-4FC0-BABF-3ABE71497EF5}"/>
              </a:ext>
            </a:extLst>
          </p:cNvPr>
          <p:cNvSpPr>
            <a:spLocks xmlns:a="http://schemas.openxmlformats.org/drawingml/2006/main" noGrp="1"/>
          </p:cNvSpPr>
          <p:nvPr/>
        </p:nvSpPr>
        <p:spPr>
          <a:xfrm xmlns:a="http://schemas.openxmlformats.org/drawingml/2006/main">
            <a:off x="1085850" y="3848100"/>
            <a:ext cx="1866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45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Storage + Kakao Maps</a:t>
            </a:r>
          </a:p>
        </p:txBody>
      </p:sp>
      <p:sp>
        <p:nvSpPr>
          <p:cNvPr id="17" name="">
            <a:extLst xmlns:a="http://schemas.openxmlformats.org/drawingml/2006/main">
              <a:ext uri="{FF2B5EF4-FFF2-40B4-BE49-F238E27FC236}">
                <a16:creationId xmlns:a16="http://schemas.microsoft.com/office/drawing/2014/main" id="{B33CE8F0-8082-4EF7-8BC9-2A5B467577B5}"/>
              </a:ext>
            </a:extLst>
          </p:cNvPr>
          <p:cNvSpPr>
            <a:spLocks xmlns:a="http://schemas.openxmlformats.org/drawingml/2006/main" noGrp="1"/>
          </p:cNvSpPr>
          <p:nvPr/>
        </p:nvSpPr>
        <p:spPr>
          <a:xfrm xmlns:a="http://schemas.openxmlformats.org/drawingml/2006/main">
            <a:off x="1085850" y="419100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993"/>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체험 이미지와 주소 기반</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지도·길찾기</a:t>
            </a:r>
          </a:p>
        </p:txBody>
      </p:sp>
      <p:sp>
        <p:nvSpPr>
          <p:cNvPr id="18" name="">
            <a:extLst xmlns:a="http://schemas.openxmlformats.org/drawingml/2006/main">
              <a:ext uri="{FF2B5EF4-FFF2-40B4-BE49-F238E27FC236}">
                <a16:creationId xmlns:a16="http://schemas.microsoft.com/office/drawing/2014/main" id="{EB86EFBA-E3ED-4F5B-98D0-D0C4505DB006}"/>
              </a:ext>
            </a:extLst>
          </p:cNvPr>
          <p:cNvSpPr>
            <a:spLocks xmlns:a="http://schemas.openxmlformats.org/drawingml/2006/main" noGrp="1"/>
          </p:cNvSpPr>
          <p:nvPr/>
        </p:nvSpPr>
        <p:spPr>
          <a:xfrm xmlns:a="http://schemas.openxmlformats.org/drawingml/2006/main">
            <a:off x="3752850" y="3676650"/>
            <a:ext cx="3314700" cy="990600"/>
          </a:xfrm>
          <a:prstGeom xmlns:a="http://schemas.openxmlformats.org/drawingml/2006/main" prst="roundRect">
            <a:avLst>
              <a:gd name="adj" fmla="val 15385"/>
            </a:avLst>
          </a:prstGeom>
          <a:solidFill xmlns:a="http://schemas.openxmlformats.org/drawingml/2006/main">
            <a:srgbClr val="FFF7E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C889EFB-56C5-4147-9E46-73607B884F06}"/>
              </a:ext>
            </a:extLst>
          </p:cNvPr>
          <p:cNvSpPr>
            <a:spLocks xmlns:a="http://schemas.openxmlformats.org/drawingml/2006/main" noGrp="1"/>
          </p:cNvSpPr>
          <p:nvPr/>
        </p:nvSpPr>
        <p:spPr>
          <a:xfrm xmlns:a="http://schemas.openxmlformats.org/drawingml/2006/main">
            <a:off x="3962400" y="3848100"/>
            <a:ext cx="2895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Edge Function: AI Agent</a:t>
            </a:r>
          </a:p>
        </p:txBody>
      </p:sp>
      <p:sp>
        <p:nvSpPr>
          <p:cNvPr id="20" name="">
            <a:extLst xmlns:a="http://schemas.openxmlformats.org/drawingml/2006/main">
              <a:ext uri="{FF2B5EF4-FFF2-40B4-BE49-F238E27FC236}">
                <a16:creationId xmlns:a16="http://schemas.microsoft.com/office/drawing/2014/main" id="{DAC5994F-71C7-4846-8846-7AE1C83560E3}"/>
              </a:ext>
            </a:extLst>
          </p:cNvPr>
          <p:cNvSpPr>
            <a:spLocks xmlns:a="http://schemas.openxmlformats.org/drawingml/2006/main" noGrp="1"/>
          </p:cNvSpPr>
          <p:nvPr/>
        </p:nvSpPr>
        <p:spPr>
          <a:xfrm xmlns:a="http://schemas.openxmlformats.org/drawingml/2006/main">
            <a:off x="3962400" y="419100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993"/>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HOST 권한 확인 → 도구 실행</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 Codyssey COPA</a:t>
            </a:r>
          </a:p>
        </p:txBody>
      </p:sp>
      <p:sp>
        <p:nvSpPr>
          <p:cNvPr id="21" name="">
            <a:extLst xmlns:a="http://schemas.openxmlformats.org/drawingml/2006/main">
              <a:ext uri="{FF2B5EF4-FFF2-40B4-BE49-F238E27FC236}">
                <a16:creationId xmlns:a16="http://schemas.microsoft.com/office/drawing/2014/main" id="{15FB95B6-3B71-4F6E-A2A9-3CF3157B8A58}"/>
              </a:ext>
            </a:extLst>
          </p:cNvPr>
          <p:cNvSpPr>
            <a:spLocks xmlns:a="http://schemas.openxmlformats.org/drawingml/2006/main" noGrp="1"/>
          </p:cNvSpPr>
          <p:nvPr/>
        </p:nvSpPr>
        <p:spPr>
          <a:xfrm xmlns:a="http://schemas.openxmlformats.org/drawingml/2006/main">
            <a:off x="8153400" y="1657350"/>
            <a:ext cx="3429000" cy="1524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CE5EA"/>
            </a:solidFill>
            <a:prstDash val="solid"/>
          </a:ln>
        </p:spPr>
      </p:sp>
      <p:sp>
        <p:nvSpPr>
          <p:cNvPr id="22" name="">
            <a:extLst xmlns:a="http://schemas.openxmlformats.org/drawingml/2006/main">
              <a:ext uri="{FF2B5EF4-FFF2-40B4-BE49-F238E27FC236}">
                <a16:creationId xmlns:a16="http://schemas.microsoft.com/office/drawing/2014/main" id="{6E976B5F-848F-4A7D-8F38-B55040864C89}"/>
              </a:ext>
            </a:extLst>
          </p:cNvPr>
          <p:cNvSpPr>
            <a:spLocks xmlns:a="http://schemas.openxmlformats.org/drawingml/2006/main" noGrp="1"/>
          </p:cNvSpPr>
          <p:nvPr/>
        </p:nvSpPr>
        <p:spPr>
          <a:xfrm xmlns:a="http://schemas.openxmlformats.org/drawingml/2006/main">
            <a:off x="8153400" y="1657350"/>
            <a:ext cx="66675" cy="1524000"/>
          </a:xfrm>
          <a:prstGeom xmlns:a="http://schemas.openxmlformats.org/drawingml/2006/main" prst="roundRect">
            <a:avLst>
              <a:gd name="adj" fmla="val 42857"/>
            </a:avLst>
          </a:prstGeom>
          <a:solidFill xmlns:a="http://schemas.openxmlformats.org/drawingml/2006/main">
            <a:srgbClr val="F06D5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238A8E3-1C9D-41EF-BE44-818DB68B7129}"/>
              </a:ext>
            </a:extLst>
          </p:cNvPr>
          <p:cNvSpPr>
            <a:spLocks xmlns:a="http://schemas.openxmlformats.org/drawingml/2006/main" noGrp="1"/>
          </p:cNvSpPr>
          <p:nvPr/>
        </p:nvSpPr>
        <p:spPr>
          <a:xfrm xmlns:a="http://schemas.openxmlformats.org/drawingml/2006/main">
            <a:off x="8362950" y="182880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체험 운영 데이터</a:t>
            </a:r>
          </a:p>
        </p:txBody>
      </p:sp>
      <p:sp>
        <p:nvSpPr>
          <p:cNvPr id="24" name="">
            <a:extLst xmlns:a="http://schemas.openxmlformats.org/drawingml/2006/main">
              <a:ext uri="{FF2B5EF4-FFF2-40B4-BE49-F238E27FC236}">
                <a16:creationId xmlns:a16="http://schemas.microsoft.com/office/drawing/2014/main" id="{087CD2F7-9CAB-4C0E-88C1-0ECB13CCA7AF}"/>
              </a:ext>
            </a:extLst>
          </p:cNvPr>
          <p:cNvSpPr>
            <a:spLocks xmlns:a="http://schemas.openxmlformats.org/drawingml/2006/main" noGrp="1"/>
          </p:cNvSpPr>
          <p:nvPr/>
        </p:nvSpPr>
        <p:spPr>
          <a:xfrm xmlns:a="http://schemas.openxmlformats.org/drawingml/2006/main">
            <a:off x="8362950" y="2247900"/>
            <a:ext cx="3009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체험 소개와 단계별 일정</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모집 회차와 신청 정보</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호스트 역할에 따른 접근 제한</a:t>
            </a:r>
          </a:p>
        </p:txBody>
      </p:sp>
      <p:sp>
        <p:nvSpPr>
          <p:cNvPr id="25" name="">
            <a:extLst xmlns:a="http://schemas.openxmlformats.org/drawingml/2006/main">
              <a:ext uri="{FF2B5EF4-FFF2-40B4-BE49-F238E27FC236}">
                <a16:creationId xmlns:a16="http://schemas.microsoft.com/office/drawing/2014/main" id="{DE6C39AD-9186-4819-A143-A7515B402063}"/>
              </a:ext>
            </a:extLst>
          </p:cNvPr>
          <p:cNvSpPr>
            <a:spLocks xmlns:a="http://schemas.openxmlformats.org/drawingml/2006/main" noGrp="1"/>
          </p:cNvSpPr>
          <p:nvPr/>
        </p:nvSpPr>
        <p:spPr>
          <a:xfrm xmlns:a="http://schemas.openxmlformats.org/drawingml/2006/main">
            <a:off x="8153400" y="3409950"/>
            <a:ext cx="3429000" cy="16764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CE5EA"/>
            </a:solidFill>
            <a:prstDash val="solid"/>
          </a:ln>
        </p:spPr>
      </p:sp>
      <p:sp>
        <p:nvSpPr>
          <p:cNvPr id="26" name="">
            <a:extLst xmlns:a="http://schemas.openxmlformats.org/drawingml/2006/main">
              <a:ext uri="{FF2B5EF4-FFF2-40B4-BE49-F238E27FC236}">
                <a16:creationId xmlns:a16="http://schemas.microsoft.com/office/drawing/2014/main" id="{C9A21E53-C988-4C39-AE13-36C1F5210F92}"/>
              </a:ext>
            </a:extLst>
          </p:cNvPr>
          <p:cNvSpPr>
            <a:spLocks xmlns:a="http://schemas.openxmlformats.org/drawingml/2006/main" noGrp="1"/>
          </p:cNvSpPr>
          <p:nvPr/>
        </p:nvSpPr>
        <p:spPr>
          <a:xfrm xmlns:a="http://schemas.openxmlformats.org/drawingml/2006/main">
            <a:off x="8153400" y="3409950"/>
            <a:ext cx="66675" cy="167640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DE30F0A-DAF6-43D3-8821-D6B5854F166F}"/>
              </a:ext>
            </a:extLst>
          </p:cNvPr>
          <p:cNvSpPr>
            <a:spLocks xmlns:a="http://schemas.openxmlformats.org/drawingml/2006/main" noGrp="1"/>
          </p:cNvSpPr>
          <p:nvPr/>
        </p:nvSpPr>
        <p:spPr>
          <a:xfrm xmlns:a="http://schemas.openxmlformats.org/drawingml/2006/main">
            <a:off x="8362950" y="358140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AI 기획 지원</a:t>
            </a:r>
          </a:p>
        </p:txBody>
      </p:sp>
      <p:sp>
        <p:nvSpPr>
          <p:cNvPr id="28" name="">
            <a:extLst xmlns:a="http://schemas.openxmlformats.org/drawingml/2006/main">
              <a:ext uri="{FF2B5EF4-FFF2-40B4-BE49-F238E27FC236}">
                <a16:creationId xmlns:a16="http://schemas.microsoft.com/office/drawing/2014/main" id="{7456E830-3A0B-4A7C-B68C-C999DA53037C}"/>
              </a:ext>
            </a:extLst>
          </p:cNvPr>
          <p:cNvSpPr>
            <a:spLocks xmlns:a="http://schemas.openxmlformats.org/drawingml/2006/main" noGrp="1"/>
          </p:cNvSpPr>
          <p:nvPr/>
        </p:nvSpPr>
        <p:spPr>
          <a:xfrm xmlns:a="http://schemas.openxmlformats.org/drawingml/2006/main">
            <a:off x="8362950" y="4000500"/>
            <a:ext cx="30099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146"/>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지역 자료와 체험 정보를 바탕으로</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운영 아이디어를 제안합니다.</a:t>
            </a:r>
          </a:p>
          <a:p xmlns:a="http://schemas.openxmlformats.org/drawingml/2006/main">
            <a:r>
              <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호스트가 검토하고 편집한 뒤</a:t>
            </a:r>
          </a:p>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기존 프로필에 저장합니다.</a:t>
            </a:r>
          </a:p>
        </p:txBody>
      </p:sp>
      <p:sp>
        <p:nvSpPr>
          <p:cNvPr id="29" name="">
            <a:extLst xmlns:a="http://schemas.openxmlformats.org/drawingml/2006/main">
              <a:ext uri="{FF2B5EF4-FFF2-40B4-BE49-F238E27FC236}">
                <a16:creationId xmlns:a16="http://schemas.microsoft.com/office/drawing/2014/main" id="{A77C7EDE-A980-42EF-A230-545322A4D0E3}"/>
              </a:ext>
            </a:extLst>
          </p:cNvPr>
          <p:cNvSpPr>
            <a:spLocks xmlns:a="http://schemas.openxmlformats.org/drawingml/2006/main" noGrp="1"/>
          </p:cNvSpPr>
          <p:nvPr/>
        </p:nvSpPr>
        <p:spPr>
          <a:xfrm xmlns:a="http://schemas.openxmlformats.org/drawingml/2006/main">
            <a:off x="609600" y="54102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23384D"/>
                </a:solidFill>
                <a:latin typeface="Malgun Gothic"/>
                <a:ea typeface="Malgun Gothic"/>
                <a:cs typeface="Malgun Gothic"/>
              </a:defRPr>
            </a:defPPr>
            <a:lvl1pPr algn="ctr">
              <a:defRPr sz="1425" b="1">
                <a:solidFill>
                  <a:srgbClr val="23384D"/>
                </a:solidFill>
                <a:latin typeface="Malgun Gothic"/>
                <a:ea typeface="Malgun Gothic"/>
                <a:cs typeface="Malgun Gothic"/>
              </a:defRPr>
            </a:lvl1pPr>
            <a:lvl2pPr algn="ctr">
              <a:defRPr sz="1425" b="1">
                <a:solidFill>
                  <a:srgbClr val="23384D"/>
                </a:solidFill>
                <a:latin typeface="Malgun Gothic"/>
                <a:ea typeface="Malgun Gothic"/>
                <a:cs typeface="Malgun Gothic"/>
              </a:defRPr>
            </a:lvl2pPr>
            <a:lvl3pPr algn="ctr">
              <a:defRPr sz="1425" b="1">
                <a:solidFill>
                  <a:srgbClr val="23384D"/>
                </a:solidFill>
                <a:latin typeface="Malgun Gothic"/>
                <a:ea typeface="Malgun Gothic"/>
                <a:cs typeface="Malgun Gothic"/>
              </a:defRPr>
            </a:lvl3pPr>
            <a:lvl4pPr algn="ctr">
              <a:defRPr sz="1425" b="1">
                <a:solidFill>
                  <a:srgbClr val="23384D"/>
                </a:solidFill>
                <a:latin typeface="Malgun Gothic"/>
                <a:ea typeface="Malgun Gothic"/>
                <a:cs typeface="Malgun Gothic"/>
              </a:defRPr>
            </a:lvl4pPr>
            <a:lvl5pPr algn="ctr">
              <a:defRPr sz="1425" b="1">
                <a:solidFill>
                  <a:srgbClr val="23384D"/>
                </a:solidFill>
                <a:latin typeface="Malgun Gothic"/>
                <a:ea typeface="Malgun Gothic"/>
                <a:cs typeface="Malgun Gothic"/>
              </a:defRPr>
            </a:lvl5pPr>
            <a:lvl6pPr algn="ctr">
              <a:defRPr sz="1425" b="1">
                <a:solidFill>
                  <a:srgbClr val="23384D"/>
                </a:solidFill>
                <a:latin typeface="Malgun Gothic"/>
                <a:ea typeface="Malgun Gothic"/>
                <a:cs typeface="Malgun Gothic"/>
              </a:defRPr>
            </a:lvl6pPr>
            <a:lvl7pPr algn="ctr">
              <a:defRPr sz="1425" b="1">
                <a:solidFill>
                  <a:srgbClr val="23384D"/>
                </a:solidFill>
                <a:latin typeface="Malgun Gothic"/>
                <a:ea typeface="Malgun Gothic"/>
                <a:cs typeface="Malgun Gothic"/>
              </a:defRPr>
            </a:lvl7pPr>
            <a:lvl8pPr algn="ctr">
              <a:defRPr sz="1425" b="1">
                <a:solidFill>
                  <a:srgbClr val="23384D"/>
                </a:solidFill>
                <a:latin typeface="Malgun Gothic"/>
                <a:ea typeface="Malgun Gothic"/>
                <a:cs typeface="Malgun Gothic"/>
              </a:defRPr>
            </a:lvl8pPr>
            <a:lvl9pPr algn="ctr">
              <a:defRPr sz="1425" b="1">
                <a:solidFill>
                  <a:srgbClr val="23384D"/>
                </a:solidFill>
                <a:latin typeface="Malgun Gothic"/>
                <a:ea typeface="Malgun Gothic"/>
                <a:cs typeface="Malgun Gothic"/>
              </a:defRPr>
            </a:lvl9pPr>
          </a:lstStyle>
          <a:p xmlns:a="http://schemas.openxmlformats.org/drawingml/2006/main">
            <a:pPr algn="ctr">
              <a:defRPr sz="1425" b="1">
                <a:solidFill>
                  <a:srgbClr val="23384D"/>
                </a:solidFill>
                <a:latin typeface="Malgun Gothic"/>
                <a:ea typeface="Malgun Gothic"/>
                <a:cs typeface="Malgun Gothic"/>
              </a:defRPr>
            </a:pPr>
            <a:r>
              <a:rPr sz="1425" b="1">
                <a:solidFill>
                  <a:srgbClr val="23384D"/>
                </a:solidFill>
                <a:latin typeface="Malgun Gothic"/>
                <a:ea typeface="Malgun Gothic"/>
                <a:cs typeface="Malgun Gothic"/>
              </a:rPr>
              <a:t>서비스 흐름  ·  여행자는 체험을 찾고 신청하며 호스트는 회차와 참가자를 관리합니다.</a:t>
            </a:r>
          </a:p>
        </p:txBody>
      </p:sp>
    </p:spTree>
    <p:extLst>
      <p:ext uri="{BB962C8B-B14F-4D97-AF65-F5344CB8AC3E}">
        <p14:creationId xmlns:p14="http://schemas.microsoft.com/office/powerpoint/2010/main" val="1797039546"/>
      </p:ext>
    </p:extLst>
  </p:cSld>
</p:sld>
</file>

<file path=ppt/slides/slide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5078571-19FC-4932-8CB7-1255C5E08DF7}"/>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AI EXPERIENCE AGENT</a:t>
            </a:r>
          </a:p>
        </p:txBody>
      </p:sp>
      <p:sp>
        <p:nvSpPr>
          <p:cNvPr id="2" name="">
            <a:extLst xmlns:a="http://schemas.openxmlformats.org/drawingml/2006/main">
              <a:ext uri="{FF2B5EF4-FFF2-40B4-BE49-F238E27FC236}">
                <a16:creationId xmlns:a16="http://schemas.microsoft.com/office/drawing/2014/main" id="{52312E80-F58B-4029-8119-F7C8EC0FEE81}"/>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AI는 답변기가 아니라, 검증된 도구를 순서대로 호출하는 보조자</a:t>
            </a:r>
          </a:p>
        </p:txBody>
      </p:sp>
      <p:sp>
        <p:nvSpPr>
          <p:cNvPr id="3" name="">
            <a:extLst xmlns:a="http://schemas.openxmlformats.org/drawingml/2006/main">
              <a:ext uri="{FF2B5EF4-FFF2-40B4-BE49-F238E27FC236}">
                <a16:creationId xmlns:a16="http://schemas.microsoft.com/office/drawing/2014/main" id="{2E4C15F1-4C08-425A-9CE1-E9D8CCC89B07}"/>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A19F91-7E85-4318-B414-14544662076B}"/>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30F48945-A102-4A19-B9D1-18D48D7F7548}"/>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08 / 12</a:t>
            </a:r>
          </a:p>
        </p:txBody>
      </p:sp>
      <p:sp>
        <p:nvSpPr>
          <p:cNvPr id="6" name="">
            <a:extLst xmlns:a="http://schemas.openxmlformats.org/drawingml/2006/main">
              <a:ext uri="{FF2B5EF4-FFF2-40B4-BE49-F238E27FC236}">
                <a16:creationId xmlns:a16="http://schemas.microsoft.com/office/drawing/2014/main" id="{157217EF-76F5-48E2-97CE-C158005B0CC6}"/>
              </a:ext>
            </a:extLst>
          </p:cNvPr>
          <p:cNvSpPr>
            <a:spLocks xmlns:a="http://schemas.openxmlformats.org/drawingml/2006/main" noGrp="1"/>
          </p:cNvSpPr>
          <p:nvPr/>
        </p:nvSpPr>
        <p:spPr>
          <a:xfrm xmlns:a="http://schemas.openxmlformats.org/drawingml/2006/main">
            <a:off x="609600" y="1809750"/>
            <a:ext cx="1924050" cy="1657350"/>
          </a:xfrm>
          <a:prstGeom xmlns:a="http://schemas.openxmlformats.org/drawingml/2006/main" prst="roundRect">
            <a:avLst>
              <a:gd name="adj" fmla="val 9195"/>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C10F6B50-C794-4196-B053-5329E549F8EF}"/>
              </a:ext>
            </a:extLst>
          </p:cNvPr>
          <p:cNvSpPr>
            <a:spLocks xmlns:a="http://schemas.openxmlformats.org/drawingml/2006/main" noGrp="1"/>
          </p:cNvSpPr>
          <p:nvPr/>
        </p:nvSpPr>
        <p:spPr>
          <a:xfrm xmlns:a="http://schemas.openxmlformats.org/drawingml/2006/main">
            <a:off x="781050" y="1981200"/>
            <a:ext cx="34290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5607F91-BE94-4839-ADC8-9C7A77A09107}"/>
              </a:ext>
            </a:extLst>
          </p:cNvPr>
          <p:cNvSpPr>
            <a:spLocks xmlns:a="http://schemas.openxmlformats.org/drawingml/2006/main" noGrp="1"/>
          </p:cNvSpPr>
          <p:nvPr/>
        </p:nvSpPr>
        <p:spPr>
          <a:xfrm xmlns:a="http://schemas.openxmlformats.org/drawingml/2006/main">
            <a:off x="857250" y="2028825"/>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1</a:t>
            </a:r>
          </a:p>
        </p:txBody>
      </p:sp>
      <p:sp>
        <p:nvSpPr>
          <p:cNvPr id="9" name="">
            <a:extLst xmlns:a="http://schemas.openxmlformats.org/drawingml/2006/main">
              <a:ext uri="{FF2B5EF4-FFF2-40B4-BE49-F238E27FC236}">
                <a16:creationId xmlns:a16="http://schemas.microsoft.com/office/drawing/2014/main" id="{02CBA1BD-3CC8-494B-86FC-65AAAEC93624}"/>
              </a:ext>
            </a:extLst>
          </p:cNvPr>
          <p:cNvSpPr>
            <a:spLocks xmlns:a="http://schemas.openxmlformats.org/drawingml/2006/main" noGrp="1"/>
          </p:cNvSpPr>
          <p:nvPr/>
        </p:nvSpPr>
        <p:spPr>
          <a:xfrm xmlns:a="http://schemas.openxmlformats.org/drawingml/2006/main">
            <a:off x="781050" y="2438400"/>
            <a:ext cx="1581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HOST 요청</a:t>
            </a:r>
          </a:p>
        </p:txBody>
      </p:sp>
      <p:sp>
        <p:nvSpPr>
          <p:cNvPr id="10" name="">
            <a:extLst xmlns:a="http://schemas.openxmlformats.org/drawingml/2006/main">
              <a:ext uri="{FF2B5EF4-FFF2-40B4-BE49-F238E27FC236}">
                <a16:creationId xmlns:a16="http://schemas.microsoft.com/office/drawing/2014/main" id="{44AB0049-695E-40F8-ABEF-7A59EE5042E7}"/>
              </a:ext>
            </a:extLst>
          </p:cNvPr>
          <p:cNvSpPr>
            <a:spLocks xmlns:a="http://schemas.openxmlformats.org/drawingml/2006/main" noGrp="1"/>
          </p:cNvSpPr>
          <p:nvPr/>
        </p:nvSpPr>
        <p:spPr>
          <a:xfrm xmlns:a="http://schemas.openxmlformats.org/drawingml/2006/main">
            <a:off x="781050" y="2819400"/>
            <a:ext cx="1581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현재 체험 분석</a:t>
            </a:r>
          </a:p>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또는 아이디어</a:t>
            </a:r>
          </a:p>
        </p:txBody>
      </p:sp>
      <p:sp>
        <p:nvSpPr>
          <p:cNvPr id="11" name="">
            <a:extLst xmlns:a="http://schemas.openxmlformats.org/drawingml/2006/main">
              <a:ext uri="{FF2B5EF4-FFF2-40B4-BE49-F238E27FC236}">
                <a16:creationId xmlns:a16="http://schemas.microsoft.com/office/drawing/2014/main" id="{2A13E83B-E9DC-441A-A3C3-F1BE89D23974}"/>
              </a:ext>
            </a:extLst>
          </p:cNvPr>
          <p:cNvSpPr>
            <a:spLocks xmlns:a="http://schemas.openxmlformats.org/drawingml/2006/main" noGrp="1"/>
          </p:cNvSpPr>
          <p:nvPr/>
        </p:nvSpPr>
        <p:spPr>
          <a:xfrm xmlns:a="http://schemas.openxmlformats.org/drawingml/2006/main">
            <a:off x="2562225" y="24955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29B9A"/>
                </a:solidFill>
                <a:latin typeface="Malgun Gothic"/>
                <a:ea typeface="Malgun Gothic"/>
                <a:cs typeface="Malgun Gothic"/>
              </a:defRPr>
            </a:defPPr>
            <a:lvl1pPr algn="l">
              <a:defRPr sz="1650" b="1">
                <a:solidFill>
                  <a:srgbClr val="129B9A"/>
                </a:solidFill>
                <a:latin typeface="Malgun Gothic"/>
                <a:ea typeface="Malgun Gothic"/>
                <a:cs typeface="Malgun Gothic"/>
              </a:defRPr>
            </a:lvl1pPr>
            <a:lvl2pPr algn="l">
              <a:defRPr sz="1650" b="1">
                <a:solidFill>
                  <a:srgbClr val="129B9A"/>
                </a:solidFill>
                <a:latin typeface="Malgun Gothic"/>
                <a:ea typeface="Malgun Gothic"/>
                <a:cs typeface="Malgun Gothic"/>
              </a:defRPr>
            </a:lvl2pPr>
            <a:lvl3pPr algn="l">
              <a:defRPr sz="1650" b="1">
                <a:solidFill>
                  <a:srgbClr val="129B9A"/>
                </a:solidFill>
                <a:latin typeface="Malgun Gothic"/>
                <a:ea typeface="Malgun Gothic"/>
                <a:cs typeface="Malgun Gothic"/>
              </a:defRPr>
            </a:lvl3pPr>
            <a:lvl4pPr algn="l">
              <a:defRPr sz="1650" b="1">
                <a:solidFill>
                  <a:srgbClr val="129B9A"/>
                </a:solidFill>
                <a:latin typeface="Malgun Gothic"/>
                <a:ea typeface="Malgun Gothic"/>
                <a:cs typeface="Malgun Gothic"/>
              </a:defRPr>
            </a:lvl4pPr>
            <a:lvl5pPr algn="l">
              <a:defRPr sz="1650" b="1">
                <a:solidFill>
                  <a:srgbClr val="129B9A"/>
                </a:solidFill>
                <a:latin typeface="Malgun Gothic"/>
                <a:ea typeface="Malgun Gothic"/>
                <a:cs typeface="Malgun Gothic"/>
              </a:defRPr>
            </a:lvl5pPr>
            <a:lvl6pPr algn="l">
              <a:defRPr sz="1650" b="1">
                <a:solidFill>
                  <a:srgbClr val="129B9A"/>
                </a:solidFill>
                <a:latin typeface="Malgun Gothic"/>
                <a:ea typeface="Malgun Gothic"/>
                <a:cs typeface="Malgun Gothic"/>
              </a:defRPr>
            </a:lvl6pPr>
            <a:lvl7pPr algn="l">
              <a:defRPr sz="1650" b="1">
                <a:solidFill>
                  <a:srgbClr val="129B9A"/>
                </a:solidFill>
                <a:latin typeface="Malgun Gothic"/>
                <a:ea typeface="Malgun Gothic"/>
                <a:cs typeface="Malgun Gothic"/>
              </a:defRPr>
            </a:lvl7pPr>
            <a:lvl8pPr algn="l">
              <a:defRPr sz="1650" b="1">
                <a:solidFill>
                  <a:srgbClr val="129B9A"/>
                </a:solidFill>
                <a:latin typeface="Malgun Gothic"/>
                <a:ea typeface="Malgun Gothic"/>
                <a:cs typeface="Malgun Gothic"/>
              </a:defRPr>
            </a:lvl8pPr>
            <a:lvl9pPr algn="l">
              <a:defRPr sz="1650" b="1">
                <a:solidFill>
                  <a:srgbClr val="129B9A"/>
                </a:solidFill>
                <a:latin typeface="Malgun Gothic"/>
                <a:ea typeface="Malgun Gothic"/>
                <a:cs typeface="Malgun Gothic"/>
              </a:defRPr>
            </a:lvl9pPr>
          </a:lstStyle>
          <a:p xmlns:a="http://schemas.openxmlformats.org/drawingml/2006/main">
            <a:pPr algn="l">
              <a:defRPr sz="1650" b="1">
                <a:solidFill>
                  <a:srgbClr val="129B9A"/>
                </a:solidFill>
                <a:latin typeface="Malgun Gothic"/>
                <a:ea typeface="Malgun Gothic"/>
                <a:cs typeface="Malgun Gothic"/>
              </a:defRPr>
            </a:pPr>
            <a:r>
              <a:rPr sz="1650" b="1">
                <a:solidFill>
                  <a:srgbClr val="129B9A"/>
                </a:solidFill>
                <a:latin typeface="Malgun Gothic"/>
                <a:ea typeface="Malgun Gothic"/>
                <a:cs typeface="Malgun Gothic"/>
              </a:rPr>
              <a:t>→</a:t>
            </a:r>
          </a:p>
        </p:txBody>
      </p:sp>
      <p:sp>
        <p:nvSpPr>
          <p:cNvPr id="12" name="">
            <a:extLst xmlns:a="http://schemas.openxmlformats.org/drawingml/2006/main">
              <a:ext uri="{FF2B5EF4-FFF2-40B4-BE49-F238E27FC236}">
                <a16:creationId xmlns:a16="http://schemas.microsoft.com/office/drawing/2014/main" id="{7FAB1E05-D7CF-4515-9117-1B8EEA3743CA}"/>
              </a:ext>
            </a:extLst>
          </p:cNvPr>
          <p:cNvSpPr>
            <a:spLocks xmlns:a="http://schemas.openxmlformats.org/drawingml/2006/main" noGrp="1"/>
          </p:cNvSpPr>
          <p:nvPr/>
        </p:nvSpPr>
        <p:spPr>
          <a:xfrm xmlns:a="http://schemas.openxmlformats.org/drawingml/2006/main">
            <a:off x="2847975" y="1809750"/>
            <a:ext cx="1924050" cy="1657350"/>
          </a:xfrm>
          <a:prstGeom xmlns:a="http://schemas.openxmlformats.org/drawingml/2006/main" prst="roundRect">
            <a:avLst>
              <a:gd name="adj" fmla="val 9195"/>
            </a:avLst>
          </a:prstGeom>
          <a:solidFill xmlns:a="http://schemas.openxmlformats.org/drawingml/2006/main">
            <a:srgbClr val="FFFFFF"/>
          </a:solidFill>
          <a:ln xmlns:a="http://schemas.openxmlformats.org/drawingml/2006/main" w="9525">
            <a:solidFill>
              <a:srgbClr val="DCE5EA"/>
            </a:solidFill>
            <a:prstDash val="solid"/>
          </a:ln>
        </p:spPr>
      </p:sp>
      <p:sp>
        <p:nvSpPr>
          <p:cNvPr id="13" name="">
            <a:extLst xmlns:a="http://schemas.openxmlformats.org/drawingml/2006/main">
              <a:ext uri="{FF2B5EF4-FFF2-40B4-BE49-F238E27FC236}">
                <a16:creationId xmlns:a16="http://schemas.microsoft.com/office/drawing/2014/main" id="{E8D32F44-694F-4929-8287-B70F3EDC3F90}"/>
              </a:ext>
            </a:extLst>
          </p:cNvPr>
          <p:cNvSpPr>
            <a:spLocks xmlns:a="http://schemas.openxmlformats.org/drawingml/2006/main" noGrp="1"/>
          </p:cNvSpPr>
          <p:nvPr/>
        </p:nvSpPr>
        <p:spPr>
          <a:xfrm xmlns:a="http://schemas.openxmlformats.org/drawingml/2006/main">
            <a:off x="3019425" y="1981200"/>
            <a:ext cx="34290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BAF57B9-A2D7-4077-B561-A5F30E472BB0}"/>
              </a:ext>
            </a:extLst>
          </p:cNvPr>
          <p:cNvSpPr>
            <a:spLocks xmlns:a="http://schemas.openxmlformats.org/drawingml/2006/main" noGrp="1"/>
          </p:cNvSpPr>
          <p:nvPr/>
        </p:nvSpPr>
        <p:spPr>
          <a:xfrm xmlns:a="http://schemas.openxmlformats.org/drawingml/2006/main">
            <a:off x="3095625" y="2028825"/>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2</a:t>
            </a:r>
          </a:p>
        </p:txBody>
      </p:sp>
      <p:sp>
        <p:nvSpPr>
          <p:cNvPr id="15" name="">
            <a:extLst xmlns:a="http://schemas.openxmlformats.org/drawingml/2006/main">
              <a:ext uri="{FF2B5EF4-FFF2-40B4-BE49-F238E27FC236}">
                <a16:creationId xmlns:a16="http://schemas.microsoft.com/office/drawing/2014/main" id="{EC75F02A-1D8F-4423-8BC6-ADFD116C92DF}"/>
              </a:ext>
            </a:extLst>
          </p:cNvPr>
          <p:cNvSpPr>
            <a:spLocks xmlns:a="http://schemas.openxmlformats.org/drawingml/2006/main" noGrp="1"/>
          </p:cNvSpPr>
          <p:nvPr/>
        </p:nvSpPr>
        <p:spPr>
          <a:xfrm xmlns:a="http://schemas.openxmlformats.org/drawingml/2006/main">
            <a:off x="3019425" y="2438400"/>
            <a:ext cx="1581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Edge 검증</a:t>
            </a:r>
          </a:p>
        </p:txBody>
      </p:sp>
      <p:sp>
        <p:nvSpPr>
          <p:cNvPr id="16" name="">
            <a:extLst xmlns:a="http://schemas.openxmlformats.org/drawingml/2006/main">
              <a:ext uri="{FF2B5EF4-FFF2-40B4-BE49-F238E27FC236}">
                <a16:creationId xmlns:a16="http://schemas.microsoft.com/office/drawing/2014/main" id="{0D93CF0E-AC0B-4607-BE40-64DF306CAF87}"/>
              </a:ext>
            </a:extLst>
          </p:cNvPr>
          <p:cNvSpPr>
            <a:spLocks xmlns:a="http://schemas.openxmlformats.org/drawingml/2006/main" noGrp="1"/>
          </p:cNvSpPr>
          <p:nvPr/>
        </p:nvSpPr>
        <p:spPr>
          <a:xfrm xmlns:a="http://schemas.openxmlformats.org/drawingml/2006/main">
            <a:off x="3019425" y="2819400"/>
            <a:ext cx="1581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JWT · HOST 역할</a:t>
            </a:r>
          </a:p>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소유권 · 입력</a:t>
            </a:r>
          </a:p>
        </p:txBody>
      </p:sp>
      <p:sp>
        <p:nvSpPr>
          <p:cNvPr id="17" name="">
            <a:extLst xmlns:a="http://schemas.openxmlformats.org/drawingml/2006/main">
              <a:ext uri="{FF2B5EF4-FFF2-40B4-BE49-F238E27FC236}">
                <a16:creationId xmlns:a16="http://schemas.microsoft.com/office/drawing/2014/main" id="{A0A91C51-9BAC-4C04-8CFC-2D634E24D160}"/>
              </a:ext>
            </a:extLst>
          </p:cNvPr>
          <p:cNvSpPr>
            <a:spLocks xmlns:a="http://schemas.openxmlformats.org/drawingml/2006/main" noGrp="1"/>
          </p:cNvSpPr>
          <p:nvPr/>
        </p:nvSpPr>
        <p:spPr>
          <a:xfrm xmlns:a="http://schemas.openxmlformats.org/drawingml/2006/main">
            <a:off x="4800600" y="24955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29B9A"/>
                </a:solidFill>
                <a:latin typeface="Malgun Gothic"/>
                <a:ea typeface="Malgun Gothic"/>
                <a:cs typeface="Malgun Gothic"/>
              </a:defRPr>
            </a:defPPr>
            <a:lvl1pPr algn="l">
              <a:defRPr sz="1650" b="1">
                <a:solidFill>
                  <a:srgbClr val="129B9A"/>
                </a:solidFill>
                <a:latin typeface="Malgun Gothic"/>
                <a:ea typeface="Malgun Gothic"/>
                <a:cs typeface="Malgun Gothic"/>
              </a:defRPr>
            </a:lvl1pPr>
            <a:lvl2pPr algn="l">
              <a:defRPr sz="1650" b="1">
                <a:solidFill>
                  <a:srgbClr val="129B9A"/>
                </a:solidFill>
                <a:latin typeface="Malgun Gothic"/>
                <a:ea typeface="Malgun Gothic"/>
                <a:cs typeface="Malgun Gothic"/>
              </a:defRPr>
            </a:lvl2pPr>
            <a:lvl3pPr algn="l">
              <a:defRPr sz="1650" b="1">
                <a:solidFill>
                  <a:srgbClr val="129B9A"/>
                </a:solidFill>
                <a:latin typeface="Malgun Gothic"/>
                <a:ea typeface="Malgun Gothic"/>
                <a:cs typeface="Malgun Gothic"/>
              </a:defRPr>
            </a:lvl3pPr>
            <a:lvl4pPr algn="l">
              <a:defRPr sz="1650" b="1">
                <a:solidFill>
                  <a:srgbClr val="129B9A"/>
                </a:solidFill>
                <a:latin typeface="Malgun Gothic"/>
                <a:ea typeface="Malgun Gothic"/>
                <a:cs typeface="Malgun Gothic"/>
              </a:defRPr>
            </a:lvl4pPr>
            <a:lvl5pPr algn="l">
              <a:defRPr sz="1650" b="1">
                <a:solidFill>
                  <a:srgbClr val="129B9A"/>
                </a:solidFill>
                <a:latin typeface="Malgun Gothic"/>
                <a:ea typeface="Malgun Gothic"/>
                <a:cs typeface="Malgun Gothic"/>
              </a:defRPr>
            </a:lvl5pPr>
            <a:lvl6pPr algn="l">
              <a:defRPr sz="1650" b="1">
                <a:solidFill>
                  <a:srgbClr val="129B9A"/>
                </a:solidFill>
                <a:latin typeface="Malgun Gothic"/>
                <a:ea typeface="Malgun Gothic"/>
                <a:cs typeface="Malgun Gothic"/>
              </a:defRPr>
            </a:lvl6pPr>
            <a:lvl7pPr algn="l">
              <a:defRPr sz="1650" b="1">
                <a:solidFill>
                  <a:srgbClr val="129B9A"/>
                </a:solidFill>
                <a:latin typeface="Malgun Gothic"/>
                <a:ea typeface="Malgun Gothic"/>
                <a:cs typeface="Malgun Gothic"/>
              </a:defRPr>
            </a:lvl7pPr>
            <a:lvl8pPr algn="l">
              <a:defRPr sz="1650" b="1">
                <a:solidFill>
                  <a:srgbClr val="129B9A"/>
                </a:solidFill>
                <a:latin typeface="Malgun Gothic"/>
                <a:ea typeface="Malgun Gothic"/>
                <a:cs typeface="Malgun Gothic"/>
              </a:defRPr>
            </a:lvl8pPr>
            <a:lvl9pPr algn="l">
              <a:defRPr sz="1650" b="1">
                <a:solidFill>
                  <a:srgbClr val="129B9A"/>
                </a:solidFill>
                <a:latin typeface="Malgun Gothic"/>
                <a:ea typeface="Malgun Gothic"/>
                <a:cs typeface="Malgun Gothic"/>
              </a:defRPr>
            </a:lvl9pPr>
          </a:lstStyle>
          <a:p xmlns:a="http://schemas.openxmlformats.org/drawingml/2006/main">
            <a:pPr algn="l">
              <a:defRPr sz="1650" b="1">
                <a:solidFill>
                  <a:srgbClr val="129B9A"/>
                </a:solidFill>
                <a:latin typeface="Malgun Gothic"/>
                <a:ea typeface="Malgun Gothic"/>
                <a:cs typeface="Malgun Gothic"/>
              </a:defRPr>
            </a:pPr>
            <a:r>
              <a:rPr sz="1650" b="1">
                <a:solidFill>
                  <a:srgbClr val="129B9A"/>
                </a:solidFill>
                <a:latin typeface="Malgun Gothic"/>
                <a:ea typeface="Malgun Gothic"/>
                <a:cs typeface="Malgun Gothic"/>
              </a:rPr>
              <a:t>→</a:t>
            </a:r>
          </a:p>
        </p:txBody>
      </p:sp>
      <p:sp>
        <p:nvSpPr>
          <p:cNvPr id="18" name="">
            <a:extLst xmlns:a="http://schemas.openxmlformats.org/drawingml/2006/main">
              <a:ext uri="{FF2B5EF4-FFF2-40B4-BE49-F238E27FC236}">
                <a16:creationId xmlns:a16="http://schemas.microsoft.com/office/drawing/2014/main" id="{DDB3AEB0-EB46-40EE-A3B5-789739550B65}"/>
              </a:ext>
            </a:extLst>
          </p:cNvPr>
          <p:cNvSpPr>
            <a:spLocks xmlns:a="http://schemas.openxmlformats.org/drawingml/2006/main" noGrp="1"/>
          </p:cNvSpPr>
          <p:nvPr/>
        </p:nvSpPr>
        <p:spPr>
          <a:xfrm xmlns:a="http://schemas.openxmlformats.org/drawingml/2006/main">
            <a:off x="5086350" y="1809750"/>
            <a:ext cx="1924050" cy="1657350"/>
          </a:xfrm>
          <a:prstGeom xmlns:a="http://schemas.openxmlformats.org/drawingml/2006/main" prst="roundRect">
            <a:avLst>
              <a:gd name="adj" fmla="val 9195"/>
            </a:avLst>
          </a:prstGeom>
          <a:solidFill xmlns:a="http://schemas.openxmlformats.org/drawingml/2006/main">
            <a:srgbClr val="FFFFFF"/>
          </a:solidFill>
          <a:ln xmlns:a="http://schemas.openxmlformats.org/drawingml/2006/main" w="9525">
            <a:solidFill>
              <a:srgbClr val="DCE5EA"/>
            </a:solidFill>
            <a:prstDash val="solid"/>
          </a:ln>
        </p:spPr>
      </p:sp>
      <p:sp>
        <p:nvSpPr>
          <p:cNvPr id="19" name="">
            <a:extLst xmlns:a="http://schemas.openxmlformats.org/drawingml/2006/main">
              <a:ext uri="{FF2B5EF4-FFF2-40B4-BE49-F238E27FC236}">
                <a16:creationId xmlns:a16="http://schemas.microsoft.com/office/drawing/2014/main" id="{43921715-CA33-47E7-9900-E3C278E87717}"/>
              </a:ext>
            </a:extLst>
          </p:cNvPr>
          <p:cNvSpPr>
            <a:spLocks xmlns:a="http://schemas.openxmlformats.org/drawingml/2006/main" noGrp="1"/>
          </p:cNvSpPr>
          <p:nvPr/>
        </p:nvSpPr>
        <p:spPr>
          <a:xfrm xmlns:a="http://schemas.openxmlformats.org/drawingml/2006/main">
            <a:off x="5257800" y="1981200"/>
            <a:ext cx="34290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0EA2285-A81A-4691-A151-2F602D0A02F7}"/>
              </a:ext>
            </a:extLst>
          </p:cNvPr>
          <p:cNvSpPr>
            <a:spLocks xmlns:a="http://schemas.openxmlformats.org/drawingml/2006/main" noGrp="1"/>
          </p:cNvSpPr>
          <p:nvPr/>
        </p:nvSpPr>
        <p:spPr>
          <a:xfrm xmlns:a="http://schemas.openxmlformats.org/drawingml/2006/main">
            <a:off x="5334000" y="2028825"/>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3</a:t>
            </a:r>
          </a:p>
        </p:txBody>
      </p:sp>
      <p:sp>
        <p:nvSpPr>
          <p:cNvPr id="21" name="">
            <a:extLst xmlns:a="http://schemas.openxmlformats.org/drawingml/2006/main">
              <a:ext uri="{FF2B5EF4-FFF2-40B4-BE49-F238E27FC236}">
                <a16:creationId xmlns:a16="http://schemas.microsoft.com/office/drawing/2014/main" id="{64223DC6-176B-4940-AF4C-35971404EF4B}"/>
              </a:ext>
            </a:extLst>
          </p:cNvPr>
          <p:cNvSpPr>
            <a:spLocks xmlns:a="http://schemas.openxmlformats.org/drawingml/2006/main" noGrp="1"/>
          </p:cNvSpPr>
          <p:nvPr/>
        </p:nvSpPr>
        <p:spPr>
          <a:xfrm xmlns:a="http://schemas.openxmlformats.org/drawingml/2006/main">
            <a:off x="5257800" y="2438400"/>
            <a:ext cx="1581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JSON 인자</a:t>
            </a:r>
          </a:p>
        </p:txBody>
      </p:sp>
      <p:sp>
        <p:nvSpPr>
          <p:cNvPr id="22" name="">
            <a:extLst xmlns:a="http://schemas.openxmlformats.org/drawingml/2006/main">
              <a:ext uri="{FF2B5EF4-FFF2-40B4-BE49-F238E27FC236}">
                <a16:creationId xmlns:a16="http://schemas.microsoft.com/office/drawing/2014/main" id="{B276408A-BD86-4B76-9009-D2484FE3A121}"/>
              </a:ext>
            </a:extLst>
          </p:cNvPr>
          <p:cNvSpPr>
            <a:spLocks xmlns:a="http://schemas.openxmlformats.org/drawingml/2006/main" noGrp="1"/>
          </p:cNvSpPr>
          <p:nvPr/>
        </p:nvSpPr>
        <p:spPr>
          <a:xfrm xmlns:a="http://schemas.openxmlformats.org/drawingml/2006/main">
            <a:off x="5257800" y="2819400"/>
            <a:ext cx="1581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모델은 허용 도구의</a:t>
            </a:r>
          </a:p>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인자만 제안</a:t>
            </a:r>
          </a:p>
        </p:txBody>
      </p:sp>
      <p:sp>
        <p:nvSpPr>
          <p:cNvPr id="23" name="">
            <a:extLst xmlns:a="http://schemas.openxmlformats.org/drawingml/2006/main">
              <a:ext uri="{FF2B5EF4-FFF2-40B4-BE49-F238E27FC236}">
                <a16:creationId xmlns:a16="http://schemas.microsoft.com/office/drawing/2014/main" id="{56D9ED25-1DF2-4953-9528-072A3C803BA8}"/>
              </a:ext>
            </a:extLst>
          </p:cNvPr>
          <p:cNvSpPr>
            <a:spLocks xmlns:a="http://schemas.openxmlformats.org/drawingml/2006/main" noGrp="1"/>
          </p:cNvSpPr>
          <p:nvPr/>
        </p:nvSpPr>
        <p:spPr>
          <a:xfrm xmlns:a="http://schemas.openxmlformats.org/drawingml/2006/main">
            <a:off x="7038975" y="24955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29B9A"/>
                </a:solidFill>
                <a:latin typeface="Malgun Gothic"/>
                <a:ea typeface="Malgun Gothic"/>
                <a:cs typeface="Malgun Gothic"/>
              </a:defRPr>
            </a:defPPr>
            <a:lvl1pPr algn="l">
              <a:defRPr sz="1650" b="1">
                <a:solidFill>
                  <a:srgbClr val="129B9A"/>
                </a:solidFill>
                <a:latin typeface="Malgun Gothic"/>
                <a:ea typeface="Malgun Gothic"/>
                <a:cs typeface="Malgun Gothic"/>
              </a:defRPr>
            </a:lvl1pPr>
            <a:lvl2pPr algn="l">
              <a:defRPr sz="1650" b="1">
                <a:solidFill>
                  <a:srgbClr val="129B9A"/>
                </a:solidFill>
                <a:latin typeface="Malgun Gothic"/>
                <a:ea typeface="Malgun Gothic"/>
                <a:cs typeface="Malgun Gothic"/>
              </a:defRPr>
            </a:lvl2pPr>
            <a:lvl3pPr algn="l">
              <a:defRPr sz="1650" b="1">
                <a:solidFill>
                  <a:srgbClr val="129B9A"/>
                </a:solidFill>
                <a:latin typeface="Malgun Gothic"/>
                <a:ea typeface="Malgun Gothic"/>
                <a:cs typeface="Malgun Gothic"/>
              </a:defRPr>
            </a:lvl3pPr>
            <a:lvl4pPr algn="l">
              <a:defRPr sz="1650" b="1">
                <a:solidFill>
                  <a:srgbClr val="129B9A"/>
                </a:solidFill>
                <a:latin typeface="Malgun Gothic"/>
                <a:ea typeface="Malgun Gothic"/>
                <a:cs typeface="Malgun Gothic"/>
              </a:defRPr>
            </a:lvl4pPr>
            <a:lvl5pPr algn="l">
              <a:defRPr sz="1650" b="1">
                <a:solidFill>
                  <a:srgbClr val="129B9A"/>
                </a:solidFill>
                <a:latin typeface="Malgun Gothic"/>
                <a:ea typeface="Malgun Gothic"/>
                <a:cs typeface="Malgun Gothic"/>
              </a:defRPr>
            </a:lvl5pPr>
            <a:lvl6pPr algn="l">
              <a:defRPr sz="1650" b="1">
                <a:solidFill>
                  <a:srgbClr val="129B9A"/>
                </a:solidFill>
                <a:latin typeface="Malgun Gothic"/>
                <a:ea typeface="Malgun Gothic"/>
                <a:cs typeface="Malgun Gothic"/>
              </a:defRPr>
            </a:lvl6pPr>
            <a:lvl7pPr algn="l">
              <a:defRPr sz="1650" b="1">
                <a:solidFill>
                  <a:srgbClr val="129B9A"/>
                </a:solidFill>
                <a:latin typeface="Malgun Gothic"/>
                <a:ea typeface="Malgun Gothic"/>
                <a:cs typeface="Malgun Gothic"/>
              </a:defRPr>
            </a:lvl7pPr>
            <a:lvl8pPr algn="l">
              <a:defRPr sz="1650" b="1">
                <a:solidFill>
                  <a:srgbClr val="129B9A"/>
                </a:solidFill>
                <a:latin typeface="Malgun Gothic"/>
                <a:ea typeface="Malgun Gothic"/>
                <a:cs typeface="Malgun Gothic"/>
              </a:defRPr>
            </a:lvl8pPr>
            <a:lvl9pPr algn="l">
              <a:defRPr sz="1650" b="1">
                <a:solidFill>
                  <a:srgbClr val="129B9A"/>
                </a:solidFill>
                <a:latin typeface="Malgun Gothic"/>
                <a:ea typeface="Malgun Gothic"/>
                <a:cs typeface="Malgun Gothic"/>
              </a:defRPr>
            </a:lvl9pPr>
          </a:lstStyle>
          <a:p xmlns:a="http://schemas.openxmlformats.org/drawingml/2006/main">
            <a:pPr algn="l">
              <a:defRPr sz="1650" b="1">
                <a:solidFill>
                  <a:srgbClr val="129B9A"/>
                </a:solidFill>
                <a:latin typeface="Malgun Gothic"/>
                <a:ea typeface="Malgun Gothic"/>
                <a:cs typeface="Malgun Gothic"/>
              </a:defRPr>
            </a:pPr>
            <a:r>
              <a:rPr sz="1650" b="1">
                <a:solidFill>
                  <a:srgbClr val="129B9A"/>
                </a:solidFill>
                <a:latin typeface="Malgun Gothic"/>
                <a:ea typeface="Malgun Gothic"/>
                <a:cs typeface="Malgun Gothic"/>
              </a:rPr>
              <a:t>→</a:t>
            </a:r>
          </a:p>
        </p:txBody>
      </p:sp>
      <p:sp>
        <p:nvSpPr>
          <p:cNvPr id="24" name="">
            <a:extLst xmlns:a="http://schemas.openxmlformats.org/drawingml/2006/main">
              <a:ext uri="{FF2B5EF4-FFF2-40B4-BE49-F238E27FC236}">
                <a16:creationId xmlns:a16="http://schemas.microsoft.com/office/drawing/2014/main" id="{49B74D67-A7F3-4746-97FD-399D54F54C47}"/>
              </a:ext>
            </a:extLst>
          </p:cNvPr>
          <p:cNvSpPr>
            <a:spLocks xmlns:a="http://schemas.openxmlformats.org/drawingml/2006/main" noGrp="1"/>
          </p:cNvSpPr>
          <p:nvPr/>
        </p:nvSpPr>
        <p:spPr>
          <a:xfrm xmlns:a="http://schemas.openxmlformats.org/drawingml/2006/main">
            <a:off x="7324725" y="1809750"/>
            <a:ext cx="1924050" cy="1657350"/>
          </a:xfrm>
          <a:prstGeom xmlns:a="http://schemas.openxmlformats.org/drawingml/2006/main" prst="roundRect">
            <a:avLst>
              <a:gd name="adj" fmla="val 9195"/>
            </a:avLst>
          </a:prstGeom>
          <a:solidFill xmlns:a="http://schemas.openxmlformats.org/drawingml/2006/main">
            <a:srgbClr val="FFFFFF"/>
          </a:solidFill>
          <a:ln xmlns:a="http://schemas.openxmlformats.org/drawingml/2006/main" w="9525">
            <a:solidFill>
              <a:srgbClr val="DCE5EA"/>
            </a:solidFill>
            <a:prstDash val="solid"/>
          </a:ln>
        </p:spPr>
      </p:sp>
      <p:sp>
        <p:nvSpPr>
          <p:cNvPr id="25" name="">
            <a:extLst xmlns:a="http://schemas.openxmlformats.org/drawingml/2006/main">
              <a:ext uri="{FF2B5EF4-FFF2-40B4-BE49-F238E27FC236}">
                <a16:creationId xmlns:a16="http://schemas.microsoft.com/office/drawing/2014/main" id="{117014EB-657F-4767-A5EB-97EC8F535FB9}"/>
              </a:ext>
            </a:extLst>
          </p:cNvPr>
          <p:cNvSpPr>
            <a:spLocks xmlns:a="http://schemas.openxmlformats.org/drawingml/2006/main" noGrp="1"/>
          </p:cNvSpPr>
          <p:nvPr/>
        </p:nvSpPr>
        <p:spPr>
          <a:xfrm xmlns:a="http://schemas.openxmlformats.org/drawingml/2006/main">
            <a:off x="7496175" y="1981200"/>
            <a:ext cx="34290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35B35CF-A5A3-4D73-ADAE-788115D1F27E}"/>
              </a:ext>
            </a:extLst>
          </p:cNvPr>
          <p:cNvSpPr>
            <a:spLocks xmlns:a="http://schemas.openxmlformats.org/drawingml/2006/main" noGrp="1"/>
          </p:cNvSpPr>
          <p:nvPr/>
        </p:nvSpPr>
        <p:spPr>
          <a:xfrm xmlns:a="http://schemas.openxmlformats.org/drawingml/2006/main">
            <a:off x="7572375" y="2028825"/>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4</a:t>
            </a:r>
          </a:p>
        </p:txBody>
      </p:sp>
      <p:sp>
        <p:nvSpPr>
          <p:cNvPr id="27" name="">
            <a:extLst xmlns:a="http://schemas.openxmlformats.org/drawingml/2006/main">
              <a:ext uri="{FF2B5EF4-FFF2-40B4-BE49-F238E27FC236}">
                <a16:creationId xmlns:a16="http://schemas.microsoft.com/office/drawing/2014/main" id="{824BA87D-011C-484E-865B-9131FE690363}"/>
              </a:ext>
            </a:extLst>
          </p:cNvPr>
          <p:cNvSpPr>
            <a:spLocks xmlns:a="http://schemas.openxmlformats.org/drawingml/2006/main" noGrp="1"/>
          </p:cNvSpPr>
          <p:nvPr/>
        </p:nvSpPr>
        <p:spPr>
          <a:xfrm xmlns:a="http://schemas.openxmlformats.org/drawingml/2006/main">
            <a:off x="7496175" y="2438400"/>
            <a:ext cx="1581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서버 도구</a:t>
            </a:r>
          </a:p>
        </p:txBody>
      </p:sp>
      <p:sp>
        <p:nvSpPr>
          <p:cNvPr id="28" name="">
            <a:extLst xmlns:a="http://schemas.openxmlformats.org/drawingml/2006/main">
              <a:ext uri="{FF2B5EF4-FFF2-40B4-BE49-F238E27FC236}">
                <a16:creationId xmlns:a16="http://schemas.microsoft.com/office/drawing/2014/main" id="{C055ECEC-B56D-400A-950B-7C4D058E8B59}"/>
              </a:ext>
            </a:extLst>
          </p:cNvPr>
          <p:cNvSpPr>
            <a:spLocks xmlns:a="http://schemas.openxmlformats.org/drawingml/2006/main" noGrp="1"/>
          </p:cNvSpPr>
          <p:nvPr/>
        </p:nvSpPr>
        <p:spPr>
          <a:xfrm xmlns:a="http://schemas.openxmlformats.org/drawingml/2006/main">
            <a:off x="7496175" y="2819400"/>
            <a:ext cx="1581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검색 · RAG · 평가</a:t>
            </a:r>
          </a:p>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비용 계산</a:t>
            </a:r>
          </a:p>
        </p:txBody>
      </p:sp>
      <p:sp>
        <p:nvSpPr>
          <p:cNvPr id="29" name="">
            <a:extLst xmlns:a="http://schemas.openxmlformats.org/drawingml/2006/main">
              <a:ext uri="{FF2B5EF4-FFF2-40B4-BE49-F238E27FC236}">
                <a16:creationId xmlns:a16="http://schemas.microsoft.com/office/drawing/2014/main" id="{6E6D41F3-D5BC-4011-9FFB-1A3D1109825B}"/>
              </a:ext>
            </a:extLst>
          </p:cNvPr>
          <p:cNvSpPr>
            <a:spLocks xmlns:a="http://schemas.openxmlformats.org/drawingml/2006/main" noGrp="1"/>
          </p:cNvSpPr>
          <p:nvPr/>
        </p:nvSpPr>
        <p:spPr>
          <a:xfrm xmlns:a="http://schemas.openxmlformats.org/drawingml/2006/main">
            <a:off x="9277350" y="24955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29B9A"/>
                </a:solidFill>
                <a:latin typeface="Malgun Gothic"/>
                <a:ea typeface="Malgun Gothic"/>
                <a:cs typeface="Malgun Gothic"/>
              </a:defRPr>
            </a:defPPr>
            <a:lvl1pPr algn="l">
              <a:defRPr sz="1650" b="1">
                <a:solidFill>
                  <a:srgbClr val="129B9A"/>
                </a:solidFill>
                <a:latin typeface="Malgun Gothic"/>
                <a:ea typeface="Malgun Gothic"/>
                <a:cs typeface="Malgun Gothic"/>
              </a:defRPr>
            </a:lvl1pPr>
            <a:lvl2pPr algn="l">
              <a:defRPr sz="1650" b="1">
                <a:solidFill>
                  <a:srgbClr val="129B9A"/>
                </a:solidFill>
                <a:latin typeface="Malgun Gothic"/>
                <a:ea typeface="Malgun Gothic"/>
                <a:cs typeface="Malgun Gothic"/>
              </a:defRPr>
            </a:lvl2pPr>
            <a:lvl3pPr algn="l">
              <a:defRPr sz="1650" b="1">
                <a:solidFill>
                  <a:srgbClr val="129B9A"/>
                </a:solidFill>
                <a:latin typeface="Malgun Gothic"/>
                <a:ea typeface="Malgun Gothic"/>
                <a:cs typeface="Malgun Gothic"/>
              </a:defRPr>
            </a:lvl3pPr>
            <a:lvl4pPr algn="l">
              <a:defRPr sz="1650" b="1">
                <a:solidFill>
                  <a:srgbClr val="129B9A"/>
                </a:solidFill>
                <a:latin typeface="Malgun Gothic"/>
                <a:ea typeface="Malgun Gothic"/>
                <a:cs typeface="Malgun Gothic"/>
              </a:defRPr>
            </a:lvl4pPr>
            <a:lvl5pPr algn="l">
              <a:defRPr sz="1650" b="1">
                <a:solidFill>
                  <a:srgbClr val="129B9A"/>
                </a:solidFill>
                <a:latin typeface="Malgun Gothic"/>
                <a:ea typeface="Malgun Gothic"/>
                <a:cs typeface="Malgun Gothic"/>
              </a:defRPr>
            </a:lvl5pPr>
            <a:lvl6pPr algn="l">
              <a:defRPr sz="1650" b="1">
                <a:solidFill>
                  <a:srgbClr val="129B9A"/>
                </a:solidFill>
                <a:latin typeface="Malgun Gothic"/>
                <a:ea typeface="Malgun Gothic"/>
                <a:cs typeface="Malgun Gothic"/>
              </a:defRPr>
            </a:lvl6pPr>
            <a:lvl7pPr algn="l">
              <a:defRPr sz="1650" b="1">
                <a:solidFill>
                  <a:srgbClr val="129B9A"/>
                </a:solidFill>
                <a:latin typeface="Malgun Gothic"/>
                <a:ea typeface="Malgun Gothic"/>
                <a:cs typeface="Malgun Gothic"/>
              </a:defRPr>
            </a:lvl7pPr>
            <a:lvl8pPr algn="l">
              <a:defRPr sz="1650" b="1">
                <a:solidFill>
                  <a:srgbClr val="129B9A"/>
                </a:solidFill>
                <a:latin typeface="Malgun Gothic"/>
                <a:ea typeface="Malgun Gothic"/>
                <a:cs typeface="Malgun Gothic"/>
              </a:defRPr>
            </a:lvl8pPr>
            <a:lvl9pPr algn="l">
              <a:defRPr sz="1650" b="1">
                <a:solidFill>
                  <a:srgbClr val="129B9A"/>
                </a:solidFill>
                <a:latin typeface="Malgun Gothic"/>
                <a:ea typeface="Malgun Gothic"/>
                <a:cs typeface="Malgun Gothic"/>
              </a:defRPr>
            </a:lvl9pPr>
          </a:lstStyle>
          <a:p xmlns:a="http://schemas.openxmlformats.org/drawingml/2006/main">
            <a:pPr algn="l">
              <a:defRPr sz="1650" b="1">
                <a:solidFill>
                  <a:srgbClr val="129B9A"/>
                </a:solidFill>
                <a:latin typeface="Malgun Gothic"/>
                <a:ea typeface="Malgun Gothic"/>
                <a:cs typeface="Malgun Gothic"/>
              </a:defRPr>
            </a:pPr>
            <a:r>
              <a:rPr sz="1650" b="1">
                <a:solidFill>
                  <a:srgbClr val="129B9A"/>
                </a:solidFill>
                <a:latin typeface="Malgun Gothic"/>
                <a:ea typeface="Malgun Gothic"/>
                <a:cs typeface="Malgun Gothic"/>
              </a:rPr>
              <a:t>→</a:t>
            </a:r>
          </a:p>
        </p:txBody>
      </p:sp>
      <p:sp>
        <p:nvSpPr>
          <p:cNvPr id="30" name="">
            <a:extLst xmlns:a="http://schemas.openxmlformats.org/drawingml/2006/main">
              <a:ext uri="{FF2B5EF4-FFF2-40B4-BE49-F238E27FC236}">
                <a16:creationId xmlns:a16="http://schemas.microsoft.com/office/drawing/2014/main" id="{8AB39849-CDA4-4E09-BC38-50521BEB879B}"/>
              </a:ext>
            </a:extLst>
          </p:cNvPr>
          <p:cNvSpPr>
            <a:spLocks xmlns:a="http://schemas.openxmlformats.org/drawingml/2006/main" noGrp="1"/>
          </p:cNvSpPr>
          <p:nvPr/>
        </p:nvSpPr>
        <p:spPr>
          <a:xfrm xmlns:a="http://schemas.openxmlformats.org/drawingml/2006/main">
            <a:off x="9563100" y="1809750"/>
            <a:ext cx="1924050" cy="1657350"/>
          </a:xfrm>
          <a:prstGeom xmlns:a="http://schemas.openxmlformats.org/drawingml/2006/main" prst="roundRect">
            <a:avLst>
              <a:gd name="adj" fmla="val 9195"/>
            </a:avLst>
          </a:prstGeom>
          <a:solidFill xmlns:a="http://schemas.openxmlformats.org/drawingml/2006/main">
            <a:srgbClr val="E6F4F2"/>
          </a:solidFill>
          <a:ln xmlns:a="http://schemas.openxmlformats.org/drawingml/2006/main" w="9525">
            <a:solidFill>
              <a:srgbClr val="DCE5EA"/>
            </a:solidFill>
            <a:prstDash val="solid"/>
          </a:ln>
        </p:spPr>
      </p:sp>
      <p:sp>
        <p:nvSpPr>
          <p:cNvPr id="31" name="">
            <a:extLst xmlns:a="http://schemas.openxmlformats.org/drawingml/2006/main">
              <a:ext uri="{FF2B5EF4-FFF2-40B4-BE49-F238E27FC236}">
                <a16:creationId xmlns:a16="http://schemas.microsoft.com/office/drawing/2014/main" id="{6167DF4F-2757-4A36-A4D1-99A9DD5D3523}"/>
              </a:ext>
            </a:extLst>
          </p:cNvPr>
          <p:cNvSpPr>
            <a:spLocks xmlns:a="http://schemas.openxmlformats.org/drawingml/2006/main" noGrp="1"/>
          </p:cNvSpPr>
          <p:nvPr/>
        </p:nvSpPr>
        <p:spPr>
          <a:xfrm xmlns:a="http://schemas.openxmlformats.org/drawingml/2006/main">
            <a:off x="9734550" y="1981200"/>
            <a:ext cx="342900" cy="3048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C81F08E-F638-4E7E-A73A-625332FA7204}"/>
              </a:ext>
            </a:extLst>
          </p:cNvPr>
          <p:cNvSpPr>
            <a:spLocks xmlns:a="http://schemas.openxmlformats.org/drawingml/2006/main" noGrp="1"/>
          </p:cNvSpPr>
          <p:nvPr/>
        </p:nvSpPr>
        <p:spPr>
          <a:xfrm xmlns:a="http://schemas.openxmlformats.org/drawingml/2006/main">
            <a:off x="9810750" y="2028825"/>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5</a:t>
            </a:r>
          </a:p>
        </p:txBody>
      </p:sp>
      <p:sp>
        <p:nvSpPr>
          <p:cNvPr id="33" name="">
            <a:extLst xmlns:a="http://schemas.openxmlformats.org/drawingml/2006/main">
              <a:ext uri="{FF2B5EF4-FFF2-40B4-BE49-F238E27FC236}">
                <a16:creationId xmlns:a16="http://schemas.microsoft.com/office/drawing/2014/main" id="{90F4DD66-0504-4047-93FF-13CC0A021F92}"/>
              </a:ext>
            </a:extLst>
          </p:cNvPr>
          <p:cNvSpPr>
            <a:spLocks xmlns:a="http://schemas.openxmlformats.org/drawingml/2006/main" noGrp="1"/>
          </p:cNvSpPr>
          <p:nvPr/>
        </p:nvSpPr>
        <p:spPr>
          <a:xfrm xmlns:a="http://schemas.openxmlformats.org/drawingml/2006/main">
            <a:off x="9734550" y="2438400"/>
            <a:ext cx="1581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결과 검토</a:t>
            </a:r>
          </a:p>
        </p:txBody>
      </p:sp>
      <p:sp>
        <p:nvSpPr>
          <p:cNvPr id="34" name="">
            <a:extLst xmlns:a="http://schemas.openxmlformats.org/drawingml/2006/main">
              <a:ext uri="{FF2B5EF4-FFF2-40B4-BE49-F238E27FC236}">
                <a16:creationId xmlns:a16="http://schemas.microsoft.com/office/drawing/2014/main" id="{0A1D4267-5759-4492-A708-B19F85389976}"/>
              </a:ext>
            </a:extLst>
          </p:cNvPr>
          <p:cNvSpPr>
            <a:spLocks xmlns:a="http://schemas.openxmlformats.org/drawingml/2006/main" noGrp="1"/>
          </p:cNvSpPr>
          <p:nvPr/>
        </p:nvSpPr>
        <p:spPr>
          <a:xfrm xmlns:a="http://schemas.openxmlformats.org/drawingml/2006/main">
            <a:off x="9734550" y="2819400"/>
            <a:ext cx="1581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근거·위험 표시</a:t>
            </a:r>
          </a:p>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HOST가 편집·저장</a:t>
            </a:r>
          </a:p>
        </p:txBody>
      </p:sp>
      <p:sp>
        <p:nvSpPr>
          <p:cNvPr id="35" name="">
            <a:extLst xmlns:a="http://schemas.openxmlformats.org/drawingml/2006/main">
              <a:ext uri="{FF2B5EF4-FFF2-40B4-BE49-F238E27FC236}">
                <a16:creationId xmlns:a16="http://schemas.microsoft.com/office/drawing/2014/main" id="{9EE3EB0D-FD48-41F6-BB22-828EB80D5A8D}"/>
              </a:ext>
            </a:extLst>
          </p:cNvPr>
          <p:cNvSpPr>
            <a:spLocks xmlns:a="http://schemas.openxmlformats.org/drawingml/2006/main" noGrp="1"/>
          </p:cNvSpPr>
          <p:nvPr/>
        </p:nvSpPr>
        <p:spPr>
          <a:xfrm xmlns:a="http://schemas.openxmlformats.org/drawingml/2006/main">
            <a:off x="609600" y="3810000"/>
            <a:ext cx="5219700" cy="1581150"/>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CE5EA"/>
            </a:solidFill>
            <a:prstDash val="solid"/>
          </a:ln>
        </p:spPr>
      </p:sp>
      <p:sp>
        <p:nvSpPr>
          <p:cNvPr id="36" name="">
            <a:extLst xmlns:a="http://schemas.openxmlformats.org/drawingml/2006/main">
              <a:ext uri="{FF2B5EF4-FFF2-40B4-BE49-F238E27FC236}">
                <a16:creationId xmlns:a16="http://schemas.microsoft.com/office/drawing/2014/main" id="{A07CC231-EA56-4034-9F8C-E5698BAE8611}"/>
              </a:ext>
            </a:extLst>
          </p:cNvPr>
          <p:cNvSpPr>
            <a:spLocks xmlns:a="http://schemas.openxmlformats.org/drawingml/2006/main" noGrp="1"/>
          </p:cNvSpPr>
          <p:nvPr/>
        </p:nvSpPr>
        <p:spPr>
          <a:xfrm xmlns:a="http://schemas.openxmlformats.org/drawingml/2006/main">
            <a:off x="609600" y="3810000"/>
            <a:ext cx="66675" cy="158115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018C578-3993-436C-9359-C2FB073BA540}"/>
              </a:ext>
            </a:extLst>
          </p:cNvPr>
          <p:cNvSpPr>
            <a:spLocks xmlns:a="http://schemas.openxmlformats.org/drawingml/2006/main" noGrp="1"/>
          </p:cNvSpPr>
          <p:nvPr/>
        </p:nvSpPr>
        <p:spPr>
          <a:xfrm xmlns:a="http://schemas.openxmlformats.org/drawingml/2006/main">
            <a:off x="819150" y="3981450"/>
            <a:ext cx="480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구현된 도구 4개</a:t>
            </a:r>
          </a:p>
        </p:txBody>
      </p:sp>
      <p:sp>
        <p:nvSpPr>
          <p:cNvPr id="38" name="">
            <a:extLst xmlns:a="http://schemas.openxmlformats.org/drawingml/2006/main">
              <a:ext uri="{FF2B5EF4-FFF2-40B4-BE49-F238E27FC236}">
                <a16:creationId xmlns:a16="http://schemas.microsoft.com/office/drawing/2014/main" id="{1C7D7C30-9F6D-48DA-9620-9F0AC9DCAE33}"/>
              </a:ext>
            </a:extLst>
          </p:cNvPr>
          <p:cNvSpPr>
            <a:spLocks xmlns:a="http://schemas.openxmlformats.org/drawingml/2006/main" noGrp="1"/>
          </p:cNvSpPr>
          <p:nvPr/>
        </p:nvSpPr>
        <p:spPr>
          <a:xfrm xmlns:a="http://schemas.openxmlformats.org/drawingml/2006/main">
            <a:off x="819150" y="4410075"/>
            <a:ext cx="48006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공개 체험 검색 · 지역 자료 검색(RAG)</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5개 가치 기준 평가 · 운영비 산식 계산</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출처 ID와 결과 형식을 Edge에서 검증</a:t>
            </a:r>
          </a:p>
        </p:txBody>
      </p:sp>
      <p:sp>
        <p:nvSpPr>
          <p:cNvPr id="39" name="">
            <a:extLst xmlns:a="http://schemas.openxmlformats.org/drawingml/2006/main">
              <a:ext uri="{FF2B5EF4-FFF2-40B4-BE49-F238E27FC236}">
                <a16:creationId xmlns:a16="http://schemas.microsoft.com/office/drawing/2014/main" id="{3B68DCEA-BB7D-4628-A98B-ED0BD23586D3}"/>
              </a:ext>
            </a:extLst>
          </p:cNvPr>
          <p:cNvSpPr>
            <a:spLocks xmlns:a="http://schemas.openxmlformats.org/drawingml/2006/main" noGrp="1"/>
          </p:cNvSpPr>
          <p:nvPr/>
        </p:nvSpPr>
        <p:spPr>
          <a:xfrm xmlns:a="http://schemas.openxmlformats.org/drawingml/2006/main">
            <a:off x="6057900" y="3810000"/>
            <a:ext cx="5524500" cy="1581150"/>
          </a:xfrm>
          <a:prstGeom xmlns:a="http://schemas.openxmlformats.org/drawingml/2006/main" prst="roundRect">
            <a:avLst>
              <a:gd name="adj" fmla="val 9639"/>
            </a:avLst>
          </a:prstGeom>
          <a:solidFill xmlns:a="http://schemas.openxmlformats.org/drawingml/2006/main">
            <a:srgbClr val="FFF0ED"/>
          </a:solidFill>
          <a:ln xmlns:a="http://schemas.openxmlformats.org/drawingml/2006/main" w="9525">
            <a:solidFill>
              <a:srgbClr val="DCE5EA"/>
            </a:solidFill>
            <a:prstDash val="solid"/>
          </a:ln>
        </p:spPr>
      </p:sp>
      <p:sp>
        <p:nvSpPr>
          <p:cNvPr id="40" name="">
            <a:extLst xmlns:a="http://schemas.openxmlformats.org/drawingml/2006/main">
              <a:ext uri="{FF2B5EF4-FFF2-40B4-BE49-F238E27FC236}">
                <a16:creationId xmlns:a16="http://schemas.microsoft.com/office/drawing/2014/main" id="{83EE2622-C504-4326-AB44-A7A9259A371B}"/>
              </a:ext>
            </a:extLst>
          </p:cNvPr>
          <p:cNvSpPr>
            <a:spLocks xmlns:a="http://schemas.openxmlformats.org/drawingml/2006/main" noGrp="1"/>
          </p:cNvSpPr>
          <p:nvPr/>
        </p:nvSpPr>
        <p:spPr>
          <a:xfrm xmlns:a="http://schemas.openxmlformats.org/drawingml/2006/main">
            <a:off x="6057900" y="3810000"/>
            <a:ext cx="66675" cy="1581150"/>
          </a:xfrm>
          <a:prstGeom xmlns:a="http://schemas.openxmlformats.org/drawingml/2006/main" prst="roundRect">
            <a:avLst>
              <a:gd name="adj" fmla="val 42857"/>
            </a:avLst>
          </a:prstGeom>
          <a:solidFill xmlns:a="http://schemas.openxmlformats.org/drawingml/2006/main">
            <a:srgbClr val="F06D5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E330B6D-A81F-4033-9802-258622E835E7}"/>
              </a:ext>
            </a:extLst>
          </p:cNvPr>
          <p:cNvSpPr>
            <a:spLocks xmlns:a="http://schemas.openxmlformats.org/drawingml/2006/main" noGrp="1"/>
          </p:cNvSpPr>
          <p:nvPr/>
        </p:nvSpPr>
        <p:spPr>
          <a:xfrm xmlns:a="http://schemas.openxmlformats.org/drawingml/2006/main">
            <a:off x="6267450" y="3981450"/>
            <a:ext cx="510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중요한 기술 경계</a:t>
            </a:r>
          </a:p>
        </p:txBody>
      </p:sp>
      <p:sp>
        <p:nvSpPr>
          <p:cNvPr id="42" name="">
            <a:extLst xmlns:a="http://schemas.openxmlformats.org/drawingml/2006/main">
              <a:ext uri="{FF2B5EF4-FFF2-40B4-BE49-F238E27FC236}">
                <a16:creationId xmlns:a16="http://schemas.microsoft.com/office/drawing/2014/main" id="{1280E1BC-E34E-4CBC-95A2-FDA8BDF1FFBB}"/>
              </a:ext>
            </a:extLst>
          </p:cNvPr>
          <p:cNvSpPr>
            <a:spLocks xmlns:a="http://schemas.openxmlformats.org/drawingml/2006/main" noGrp="1"/>
          </p:cNvSpPr>
          <p:nvPr/>
        </p:nvSpPr>
        <p:spPr>
          <a:xfrm xmlns:a="http://schemas.openxmlformats.org/drawingml/2006/main">
            <a:off x="6267450" y="4410075"/>
            <a:ext cx="51054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COPA 네이티브 Tool Calling 사용 아님.</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일반 채팅으로 JSON 인자를 받아 허용 목록으로 실행.</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테스트 16개는 모의 모델 검증이며 비용·품질 보증은 아님.</a:t>
            </a:r>
          </a:p>
        </p:txBody>
      </p:sp>
      <p:sp>
        <p:nvSpPr>
          <p:cNvPr id="43" name="">
            <a:extLst xmlns:a="http://schemas.openxmlformats.org/drawingml/2006/main">
              <a:ext uri="{FF2B5EF4-FFF2-40B4-BE49-F238E27FC236}">
                <a16:creationId xmlns:a16="http://schemas.microsoft.com/office/drawing/2014/main" id="{0C4104CF-A7E9-4699-87A2-7A5EC59F5BD0}"/>
              </a:ext>
            </a:extLst>
          </p:cNvPr>
          <p:cNvSpPr>
            <a:spLocks xmlns:a="http://schemas.openxmlformats.org/drawingml/2006/main" noGrp="1"/>
          </p:cNvSpPr>
          <p:nvPr/>
        </p:nvSpPr>
        <p:spPr>
          <a:xfrm xmlns:a="http://schemas.openxmlformats.org/drawingml/2006/main">
            <a:off x="609600" y="56388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자동 저장·확정 금지  →  HOST가 결과를 검토하고 편집란으로 복사한 뒤 별도 저장</a:t>
            </a:r>
          </a:p>
        </p:txBody>
      </p:sp>
    </p:spTree>
    <p:extLst>
      <p:ext uri="{BB962C8B-B14F-4D97-AF65-F5344CB8AC3E}">
        <p14:creationId xmlns:p14="http://schemas.microsoft.com/office/powerpoint/2010/main" val="1432523611"/>
      </p:ext>
    </p:extLst>
  </p:cSld>
</p:sld>
</file>

<file path=ppt/slides/slide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D48818A-9EAE-449B-B1DE-D5E86AC83BFE}"/>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LANGUAGE &amp; PLACE</a:t>
            </a:r>
          </a:p>
        </p:txBody>
      </p:sp>
      <p:sp>
        <p:nvSpPr>
          <p:cNvPr id="2" name="">
            <a:extLst xmlns:a="http://schemas.openxmlformats.org/drawingml/2006/main">
              <a:ext uri="{FF2B5EF4-FFF2-40B4-BE49-F238E27FC236}">
                <a16:creationId xmlns:a16="http://schemas.microsoft.com/office/drawing/2014/main" id="{C32F4DDD-D52C-4261-B744-34607769BF00}"/>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화면 언어, 번역 검수, 실제 진행 언어는 서로 다릅니다</a:t>
            </a:r>
          </a:p>
        </p:txBody>
      </p:sp>
      <p:sp>
        <p:nvSpPr>
          <p:cNvPr id="3" name="">
            <a:extLst xmlns:a="http://schemas.openxmlformats.org/drawingml/2006/main">
              <a:ext uri="{FF2B5EF4-FFF2-40B4-BE49-F238E27FC236}">
                <a16:creationId xmlns:a16="http://schemas.microsoft.com/office/drawing/2014/main" id="{9554F9B8-2C4E-4071-8348-8146B89CBF1A}"/>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04BE770-5E7A-4F4E-9162-0A062B4349EA}"/>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3567072B-6026-4A89-9EC1-3EEDECB30E9C}"/>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09 / 12</a:t>
            </a:r>
          </a:p>
        </p:txBody>
      </p:sp>
      <p:sp>
        <p:nvSpPr>
          <p:cNvPr id="6" name="">
            <a:extLst xmlns:a="http://schemas.openxmlformats.org/drawingml/2006/main">
              <a:ext uri="{FF2B5EF4-FFF2-40B4-BE49-F238E27FC236}">
                <a16:creationId xmlns:a16="http://schemas.microsoft.com/office/drawing/2014/main" id="{E55DFD9C-4727-4EC9-9B5A-B1E202F0944F}"/>
              </a:ext>
            </a:extLst>
          </p:cNvPr>
          <p:cNvSpPr>
            <a:spLocks xmlns:a="http://schemas.openxmlformats.org/drawingml/2006/main" noGrp="1"/>
          </p:cNvSpPr>
          <p:nvPr/>
        </p:nvSpPr>
        <p:spPr>
          <a:xfrm xmlns:a="http://schemas.openxmlformats.org/drawingml/2006/main">
            <a:off x="609600" y="1714500"/>
            <a:ext cx="6191250" cy="647700"/>
          </a:xfrm>
          <a:prstGeom xmlns:a="http://schemas.openxmlformats.org/drawingml/2006/main" prst="roundRect">
            <a:avLst>
              <a:gd name="adj" fmla="val 19118"/>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83CD6940-3ACE-4FD8-820F-D59FD3F92CC6}"/>
              </a:ext>
            </a:extLst>
          </p:cNvPr>
          <p:cNvSpPr>
            <a:spLocks xmlns:a="http://schemas.openxmlformats.org/drawingml/2006/main" noGrp="1"/>
          </p:cNvSpPr>
          <p:nvPr/>
        </p:nvSpPr>
        <p:spPr>
          <a:xfrm xmlns:a="http://schemas.openxmlformats.org/drawingml/2006/main">
            <a:off x="781050" y="19050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화면 전환</a:t>
            </a:r>
          </a:p>
        </p:txBody>
      </p:sp>
      <p:sp>
        <p:nvSpPr>
          <p:cNvPr id="8" name="">
            <a:extLst xmlns:a="http://schemas.openxmlformats.org/drawingml/2006/main">
              <a:ext uri="{FF2B5EF4-FFF2-40B4-BE49-F238E27FC236}">
                <a16:creationId xmlns:a16="http://schemas.microsoft.com/office/drawing/2014/main" id="{D51454C6-D44A-4834-8DD3-44C795A3FBCD}"/>
              </a:ext>
            </a:extLst>
          </p:cNvPr>
          <p:cNvSpPr>
            <a:spLocks xmlns:a="http://schemas.openxmlformats.org/drawingml/2006/main" noGrp="1"/>
          </p:cNvSpPr>
          <p:nvPr/>
        </p:nvSpPr>
        <p:spPr>
          <a:xfrm xmlns:a="http://schemas.openxmlformats.org/drawingml/2006/main">
            <a:off x="2571750" y="190500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E78BD"/>
                </a:solidFill>
                <a:latin typeface="Malgun Gothic"/>
                <a:ea typeface="Malgun Gothic"/>
                <a:cs typeface="Malgun Gothic"/>
              </a:defRPr>
            </a:defPPr>
            <a:lvl1pPr algn="l">
              <a:defRPr sz="1350" b="1">
                <a:solidFill>
                  <a:srgbClr val="2E78BD"/>
                </a:solidFill>
                <a:latin typeface="Malgun Gothic"/>
                <a:ea typeface="Malgun Gothic"/>
                <a:cs typeface="Malgun Gothic"/>
              </a:defRPr>
            </a:lvl1pPr>
            <a:lvl2pPr algn="l">
              <a:defRPr sz="1350" b="1">
                <a:solidFill>
                  <a:srgbClr val="2E78BD"/>
                </a:solidFill>
                <a:latin typeface="Malgun Gothic"/>
                <a:ea typeface="Malgun Gothic"/>
                <a:cs typeface="Malgun Gothic"/>
              </a:defRPr>
            </a:lvl2pPr>
            <a:lvl3pPr algn="l">
              <a:defRPr sz="1350" b="1">
                <a:solidFill>
                  <a:srgbClr val="2E78BD"/>
                </a:solidFill>
                <a:latin typeface="Malgun Gothic"/>
                <a:ea typeface="Malgun Gothic"/>
                <a:cs typeface="Malgun Gothic"/>
              </a:defRPr>
            </a:lvl3pPr>
            <a:lvl4pPr algn="l">
              <a:defRPr sz="1350" b="1">
                <a:solidFill>
                  <a:srgbClr val="2E78BD"/>
                </a:solidFill>
                <a:latin typeface="Malgun Gothic"/>
                <a:ea typeface="Malgun Gothic"/>
                <a:cs typeface="Malgun Gothic"/>
              </a:defRPr>
            </a:lvl4pPr>
            <a:lvl5pPr algn="l">
              <a:defRPr sz="1350" b="1">
                <a:solidFill>
                  <a:srgbClr val="2E78BD"/>
                </a:solidFill>
                <a:latin typeface="Malgun Gothic"/>
                <a:ea typeface="Malgun Gothic"/>
                <a:cs typeface="Malgun Gothic"/>
              </a:defRPr>
            </a:lvl5pPr>
            <a:lvl6pPr algn="l">
              <a:defRPr sz="1350" b="1">
                <a:solidFill>
                  <a:srgbClr val="2E78BD"/>
                </a:solidFill>
                <a:latin typeface="Malgun Gothic"/>
                <a:ea typeface="Malgun Gothic"/>
                <a:cs typeface="Malgun Gothic"/>
              </a:defRPr>
            </a:lvl6pPr>
            <a:lvl7pPr algn="l">
              <a:defRPr sz="1350" b="1">
                <a:solidFill>
                  <a:srgbClr val="2E78BD"/>
                </a:solidFill>
                <a:latin typeface="Malgun Gothic"/>
                <a:ea typeface="Malgun Gothic"/>
                <a:cs typeface="Malgun Gothic"/>
              </a:defRPr>
            </a:lvl7pPr>
            <a:lvl8pPr algn="l">
              <a:defRPr sz="1350" b="1">
                <a:solidFill>
                  <a:srgbClr val="2E78BD"/>
                </a:solidFill>
                <a:latin typeface="Malgun Gothic"/>
                <a:ea typeface="Malgun Gothic"/>
                <a:cs typeface="Malgun Gothic"/>
              </a:defRPr>
            </a:lvl8pPr>
            <a:lvl9pPr algn="l">
              <a:defRPr sz="1350" b="1">
                <a:solidFill>
                  <a:srgbClr val="2E78BD"/>
                </a:solidFill>
                <a:latin typeface="Malgun Gothic"/>
                <a:ea typeface="Malgun Gothic"/>
                <a:cs typeface="Malgun Gothic"/>
              </a:defRPr>
            </a:lvl9pPr>
          </a:lstStyle>
          <a:p xmlns:a="http://schemas.openxmlformats.org/drawingml/2006/main">
            <a:pPr algn="l">
              <a:defRPr sz="1350" b="1">
                <a:solidFill>
                  <a:srgbClr val="2E78BD"/>
                </a:solidFill>
                <a:latin typeface="Malgun Gothic"/>
                <a:ea typeface="Malgun Gothic"/>
                <a:cs typeface="Malgun Gothic"/>
              </a:defRPr>
            </a:pPr>
            <a:r>
              <a:rPr sz="1350" b="1">
                <a:solidFill>
                  <a:srgbClr val="2E78BD"/>
                </a:solidFill>
                <a:latin typeface="Malgun Gothic"/>
                <a:ea typeface="Malgun Gothic"/>
                <a:cs typeface="Malgun Gothic"/>
              </a:rPr>
              <a:t>ko / en / ja</a:t>
            </a:r>
          </a:p>
        </p:txBody>
      </p:sp>
      <p:sp>
        <p:nvSpPr>
          <p:cNvPr id="9" name="">
            <a:extLst xmlns:a="http://schemas.openxmlformats.org/drawingml/2006/main">
              <a:ext uri="{FF2B5EF4-FFF2-40B4-BE49-F238E27FC236}">
                <a16:creationId xmlns:a16="http://schemas.microsoft.com/office/drawing/2014/main" id="{5F255ED8-55BE-470A-9BF8-F3F4E3314C5B}"/>
              </a:ext>
            </a:extLst>
          </p:cNvPr>
          <p:cNvSpPr>
            <a:spLocks xmlns:a="http://schemas.openxmlformats.org/drawingml/2006/main" noGrp="1"/>
          </p:cNvSpPr>
          <p:nvPr/>
        </p:nvSpPr>
        <p:spPr>
          <a:xfrm xmlns:a="http://schemas.openxmlformats.org/drawingml/2006/main">
            <a:off x="4476750" y="1905000"/>
            <a:ext cx="2114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인터페이스 언어</a:t>
            </a:r>
          </a:p>
        </p:txBody>
      </p:sp>
      <p:sp>
        <p:nvSpPr>
          <p:cNvPr id="10" name="">
            <a:extLst xmlns:a="http://schemas.openxmlformats.org/drawingml/2006/main">
              <a:ext uri="{FF2B5EF4-FFF2-40B4-BE49-F238E27FC236}">
                <a16:creationId xmlns:a16="http://schemas.microsoft.com/office/drawing/2014/main" id="{46B8D008-69C4-4248-980E-5119DFB63F0C}"/>
              </a:ext>
            </a:extLst>
          </p:cNvPr>
          <p:cNvSpPr>
            <a:spLocks xmlns:a="http://schemas.openxmlformats.org/drawingml/2006/main" noGrp="1"/>
          </p:cNvSpPr>
          <p:nvPr/>
        </p:nvSpPr>
        <p:spPr>
          <a:xfrm xmlns:a="http://schemas.openxmlformats.org/drawingml/2006/main">
            <a:off x="609600" y="2533650"/>
            <a:ext cx="6191250" cy="647700"/>
          </a:xfrm>
          <a:prstGeom xmlns:a="http://schemas.openxmlformats.org/drawingml/2006/main" prst="roundRect">
            <a:avLst>
              <a:gd name="adj" fmla="val 19118"/>
            </a:avLst>
          </a:prstGeom>
          <a:solidFill xmlns:a="http://schemas.openxmlformats.org/drawingml/2006/main">
            <a:srgbClr val="FFFFFF"/>
          </a:solidFill>
          <a:ln xmlns:a="http://schemas.openxmlformats.org/drawingml/2006/main" w="9525">
            <a:solidFill>
              <a:srgbClr val="DCE5EA"/>
            </a:solidFill>
            <a:prstDash val="solid"/>
          </a:ln>
        </p:spPr>
      </p:sp>
      <p:sp>
        <p:nvSpPr>
          <p:cNvPr id="11" name="">
            <a:extLst xmlns:a="http://schemas.openxmlformats.org/drawingml/2006/main">
              <a:ext uri="{FF2B5EF4-FFF2-40B4-BE49-F238E27FC236}">
                <a16:creationId xmlns:a16="http://schemas.microsoft.com/office/drawing/2014/main" id="{A872BA9C-186C-4558-AB36-D70EEC66D9A7}"/>
              </a:ext>
            </a:extLst>
          </p:cNvPr>
          <p:cNvSpPr>
            <a:spLocks xmlns:a="http://schemas.openxmlformats.org/drawingml/2006/main" noGrp="1"/>
          </p:cNvSpPr>
          <p:nvPr/>
        </p:nvSpPr>
        <p:spPr>
          <a:xfrm xmlns:a="http://schemas.openxmlformats.org/drawingml/2006/main">
            <a:off x="781050" y="272415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콘텐츠 번역</a:t>
            </a:r>
          </a:p>
        </p:txBody>
      </p:sp>
      <p:sp>
        <p:nvSpPr>
          <p:cNvPr id="12" name="">
            <a:extLst xmlns:a="http://schemas.openxmlformats.org/drawingml/2006/main">
              <a:ext uri="{FF2B5EF4-FFF2-40B4-BE49-F238E27FC236}">
                <a16:creationId xmlns:a16="http://schemas.microsoft.com/office/drawing/2014/main" id="{42211C79-556C-45EF-A4A4-994A4BE3FA62}"/>
              </a:ext>
            </a:extLst>
          </p:cNvPr>
          <p:cNvSpPr>
            <a:spLocks xmlns:a="http://schemas.openxmlformats.org/drawingml/2006/main" noGrp="1"/>
          </p:cNvSpPr>
          <p:nvPr/>
        </p:nvSpPr>
        <p:spPr>
          <a:xfrm xmlns:a="http://schemas.openxmlformats.org/drawingml/2006/main">
            <a:off x="2571750" y="27241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E78BD"/>
                </a:solidFill>
                <a:latin typeface="Malgun Gothic"/>
                <a:ea typeface="Malgun Gothic"/>
                <a:cs typeface="Malgun Gothic"/>
              </a:defRPr>
            </a:defPPr>
            <a:lvl1pPr algn="l">
              <a:defRPr sz="1350" b="1">
                <a:solidFill>
                  <a:srgbClr val="2E78BD"/>
                </a:solidFill>
                <a:latin typeface="Malgun Gothic"/>
                <a:ea typeface="Malgun Gothic"/>
                <a:cs typeface="Malgun Gothic"/>
              </a:defRPr>
            </a:lvl1pPr>
            <a:lvl2pPr algn="l">
              <a:defRPr sz="1350" b="1">
                <a:solidFill>
                  <a:srgbClr val="2E78BD"/>
                </a:solidFill>
                <a:latin typeface="Malgun Gothic"/>
                <a:ea typeface="Malgun Gothic"/>
                <a:cs typeface="Malgun Gothic"/>
              </a:defRPr>
            </a:lvl2pPr>
            <a:lvl3pPr algn="l">
              <a:defRPr sz="1350" b="1">
                <a:solidFill>
                  <a:srgbClr val="2E78BD"/>
                </a:solidFill>
                <a:latin typeface="Malgun Gothic"/>
                <a:ea typeface="Malgun Gothic"/>
                <a:cs typeface="Malgun Gothic"/>
              </a:defRPr>
            </a:lvl3pPr>
            <a:lvl4pPr algn="l">
              <a:defRPr sz="1350" b="1">
                <a:solidFill>
                  <a:srgbClr val="2E78BD"/>
                </a:solidFill>
                <a:latin typeface="Malgun Gothic"/>
                <a:ea typeface="Malgun Gothic"/>
                <a:cs typeface="Malgun Gothic"/>
              </a:defRPr>
            </a:lvl4pPr>
            <a:lvl5pPr algn="l">
              <a:defRPr sz="1350" b="1">
                <a:solidFill>
                  <a:srgbClr val="2E78BD"/>
                </a:solidFill>
                <a:latin typeface="Malgun Gothic"/>
                <a:ea typeface="Malgun Gothic"/>
                <a:cs typeface="Malgun Gothic"/>
              </a:defRPr>
            </a:lvl5pPr>
            <a:lvl6pPr algn="l">
              <a:defRPr sz="1350" b="1">
                <a:solidFill>
                  <a:srgbClr val="2E78BD"/>
                </a:solidFill>
                <a:latin typeface="Malgun Gothic"/>
                <a:ea typeface="Malgun Gothic"/>
                <a:cs typeface="Malgun Gothic"/>
              </a:defRPr>
            </a:lvl6pPr>
            <a:lvl7pPr algn="l">
              <a:defRPr sz="1350" b="1">
                <a:solidFill>
                  <a:srgbClr val="2E78BD"/>
                </a:solidFill>
                <a:latin typeface="Malgun Gothic"/>
                <a:ea typeface="Malgun Gothic"/>
                <a:cs typeface="Malgun Gothic"/>
              </a:defRPr>
            </a:lvl7pPr>
            <a:lvl8pPr algn="l">
              <a:defRPr sz="1350" b="1">
                <a:solidFill>
                  <a:srgbClr val="2E78BD"/>
                </a:solidFill>
                <a:latin typeface="Malgun Gothic"/>
                <a:ea typeface="Malgun Gothic"/>
                <a:cs typeface="Malgun Gothic"/>
              </a:defRPr>
            </a:lvl8pPr>
            <a:lvl9pPr algn="l">
              <a:defRPr sz="1350" b="1">
                <a:solidFill>
                  <a:srgbClr val="2E78BD"/>
                </a:solidFill>
                <a:latin typeface="Malgun Gothic"/>
                <a:ea typeface="Malgun Gothic"/>
                <a:cs typeface="Malgun Gothic"/>
              </a:defRPr>
            </a:lvl9pPr>
          </a:lstStyle>
          <a:p xmlns:a="http://schemas.openxmlformats.org/drawingml/2006/main">
            <a:pPr algn="l">
              <a:defRPr sz="1350" b="1">
                <a:solidFill>
                  <a:srgbClr val="2E78BD"/>
                </a:solidFill>
                <a:latin typeface="Malgun Gothic"/>
                <a:ea typeface="Malgun Gothic"/>
                <a:cs typeface="Malgun Gothic"/>
              </a:defRPr>
            </a:pPr>
            <a:r>
              <a:rPr sz="1350" b="1">
                <a:solidFill>
                  <a:srgbClr val="2E78BD"/>
                </a:solidFill>
                <a:latin typeface="Malgun Gothic"/>
                <a:ea typeface="Malgun Gothic"/>
                <a:cs typeface="Malgun Gothic"/>
              </a:rPr>
              <a:t>영·일 초안</a:t>
            </a:r>
          </a:p>
        </p:txBody>
      </p:sp>
      <p:sp>
        <p:nvSpPr>
          <p:cNvPr id="13" name="">
            <a:extLst xmlns:a="http://schemas.openxmlformats.org/drawingml/2006/main">
              <a:ext uri="{FF2B5EF4-FFF2-40B4-BE49-F238E27FC236}">
                <a16:creationId xmlns:a16="http://schemas.microsoft.com/office/drawing/2014/main" id="{65733AF6-BD7B-4E16-85C1-EB1CC8AF8F78}"/>
              </a:ext>
            </a:extLst>
          </p:cNvPr>
          <p:cNvSpPr>
            <a:spLocks xmlns:a="http://schemas.openxmlformats.org/drawingml/2006/main" noGrp="1"/>
          </p:cNvSpPr>
          <p:nvPr/>
        </p:nvSpPr>
        <p:spPr>
          <a:xfrm xmlns:a="http://schemas.openxmlformats.org/drawingml/2006/main">
            <a:off x="4476750" y="2724150"/>
            <a:ext cx="2114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검수 상태 DRAFT</a:t>
            </a:r>
          </a:p>
        </p:txBody>
      </p:sp>
      <p:sp>
        <p:nvSpPr>
          <p:cNvPr id="14" name="">
            <a:extLst xmlns:a="http://schemas.openxmlformats.org/drawingml/2006/main">
              <a:ext uri="{FF2B5EF4-FFF2-40B4-BE49-F238E27FC236}">
                <a16:creationId xmlns:a16="http://schemas.microsoft.com/office/drawing/2014/main" id="{1089F506-63F5-4BBA-BB0A-32DC6204212F}"/>
              </a:ext>
            </a:extLst>
          </p:cNvPr>
          <p:cNvSpPr>
            <a:spLocks xmlns:a="http://schemas.openxmlformats.org/drawingml/2006/main" noGrp="1"/>
          </p:cNvSpPr>
          <p:nvPr/>
        </p:nvSpPr>
        <p:spPr>
          <a:xfrm xmlns:a="http://schemas.openxmlformats.org/drawingml/2006/main">
            <a:off x="609600" y="3352800"/>
            <a:ext cx="6191250" cy="647700"/>
          </a:xfrm>
          <a:prstGeom xmlns:a="http://schemas.openxmlformats.org/drawingml/2006/main" prst="roundRect">
            <a:avLst>
              <a:gd name="adj" fmla="val 19118"/>
            </a:avLst>
          </a:prstGeom>
          <a:solidFill xmlns:a="http://schemas.openxmlformats.org/drawingml/2006/main">
            <a:srgbClr val="E6F4F2"/>
          </a:solidFill>
          <a:ln xmlns:a="http://schemas.openxmlformats.org/drawingml/2006/main" w="9525">
            <a:solidFill>
              <a:srgbClr val="DCE5EA"/>
            </a:solidFill>
            <a:prstDash val="solid"/>
          </a:ln>
        </p:spPr>
      </p:sp>
      <p:sp>
        <p:nvSpPr>
          <p:cNvPr id="15" name="">
            <a:extLst xmlns:a="http://schemas.openxmlformats.org/drawingml/2006/main">
              <a:ext uri="{FF2B5EF4-FFF2-40B4-BE49-F238E27FC236}">
                <a16:creationId xmlns:a16="http://schemas.microsoft.com/office/drawing/2014/main" id="{C634A661-0FEB-4412-9AEC-5DAB27C982F1}"/>
              </a:ext>
            </a:extLst>
          </p:cNvPr>
          <p:cNvSpPr>
            <a:spLocks xmlns:a="http://schemas.openxmlformats.org/drawingml/2006/main" noGrp="1"/>
          </p:cNvSpPr>
          <p:nvPr/>
        </p:nvSpPr>
        <p:spPr>
          <a:xfrm xmlns:a="http://schemas.openxmlformats.org/drawingml/2006/main">
            <a:off x="781050" y="35433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진행 가능 언어</a:t>
            </a:r>
          </a:p>
        </p:txBody>
      </p:sp>
      <p:sp>
        <p:nvSpPr>
          <p:cNvPr id="16" name="">
            <a:extLst xmlns:a="http://schemas.openxmlformats.org/drawingml/2006/main">
              <a:ext uri="{FF2B5EF4-FFF2-40B4-BE49-F238E27FC236}">
                <a16:creationId xmlns:a16="http://schemas.microsoft.com/office/drawing/2014/main" id="{AF927F1F-6B41-43A1-AD9E-9588C3849A39}"/>
              </a:ext>
            </a:extLst>
          </p:cNvPr>
          <p:cNvSpPr>
            <a:spLocks xmlns:a="http://schemas.openxmlformats.org/drawingml/2006/main" noGrp="1"/>
          </p:cNvSpPr>
          <p:nvPr/>
        </p:nvSpPr>
        <p:spPr>
          <a:xfrm xmlns:a="http://schemas.openxmlformats.org/drawingml/2006/main">
            <a:off x="2571750" y="354330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E78BD"/>
                </a:solidFill>
                <a:latin typeface="Malgun Gothic"/>
                <a:ea typeface="Malgun Gothic"/>
                <a:cs typeface="Malgun Gothic"/>
              </a:defRPr>
            </a:defPPr>
            <a:lvl1pPr algn="l">
              <a:defRPr sz="1350" b="1">
                <a:solidFill>
                  <a:srgbClr val="2E78BD"/>
                </a:solidFill>
                <a:latin typeface="Malgun Gothic"/>
                <a:ea typeface="Malgun Gothic"/>
                <a:cs typeface="Malgun Gothic"/>
              </a:defRPr>
            </a:lvl1pPr>
            <a:lvl2pPr algn="l">
              <a:defRPr sz="1350" b="1">
                <a:solidFill>
                  <a:srgbClr val="2E78BD"/>
                </a:solidFill>
                <a:latin typeface="Malgun Gothic"/>
                <a:ea typeface="Malgun Gothic"/>
                <a:cs typeface="Malgun Gothic"/>
              </a:defRPr>
            </a:lvl2pPr>
            <a:lvl3pPr algn="l">
              <a:defRPr sz="1350" b="1">
                <a:solidFill>
                  <a:srgbClr val="2E78BD"/>
                </a:solidFill>
                <a:latin typeface="Malgun Gothic"/>
                <a:ea typeface="Malgun Gothic"/>
                <a:cs typeface="Malgun Gothic"/>
              </a:defRPr>
            </a:lvl3pPr>
            <a:lvl4pPr algn="l">
              <a:defRPr sz="1350" b="1">
                <a:solidFill>
                  <a:srgbClr val="2E78BD"/>
                </a:solidFill>
                <a:latin typeface="Malgun Gothic"/>
                <a:ea typeface="Malgun Gothic"/>
                <a:cs typeface="Malgun Gothic"/>
              </a:defRPr>
            </a:lvl4pPr>
            <a:lvl5pPr algn="l">
              <a:defRPr sz="1350" b="1">
                <a:solidFill>
                  <a:srgbClr val="2E78BD"/>
                </a:solidFill>
                <a:latin typeface="Malgun Gothic"/>
                <a:ea typeface="Malgun Gothic"/>
                <a:cs typeface="Malgun Gothic"/>
              </a:defRPr>
            </a:lvl5pPr>
            <a:lvl6pPr algn="l">
              <a:defRPr sz="1350" b="1">
                <a:solidFill>
                  <a:srgbClr val="2E78BD"/>
                </a:solidFill>
                <a:latin typeface="Malgun Gothic"/>
                <a:ea typeface="Malgun Gothic"/>
                <a:cs typeface="Malgun Gothic"/>
              </a:defRPr>
            </a:lvl6pPr>
            <a:lvl7pPr algn="l">
              <a:defRPr sz="1350" b="1">
                <a:solidFill>
                  <a:srgbClr val="2E78BD"/>
                </a:solidFill>
                <a:latin typeface="Malgun Gothic"/>
                <a:ea typeface="Malgun Gothic"/>
                <a:cs typeface="Malgun Gothic"/>
              </a:defRPr>
            </a:lvl7pPr>
            <a:lvl8pPr algn="l">
              <a:defRPr sz="1350" b="1">
                <a:solidFill>
                  <a:srgbClr val="2E78BD"/>
                </a:solidFill>
                <a:latin typeface="Malgun Gothic"/>
                <a:ea typeface="Malgun Gothic"/>
                <a:cs typeface="Malgun Gothic"/>
              </a:defRPr>
            </a:lvl8pPr>
            <a:lvl9pPr algn="l">
              <a:defRPr sz="1350" b="1">
                <a:solidFill>
                  <a:srgbClr val="2E78BD"/>
                </a:solidFill>
                <a:latin typeface="Malgun Gothic"/>
                <a:ea typeface="Malgun Gothic"/>
                <a:cs typeface="Malgun Gothic"/>
              </a:defRPr>
            </a:lvl9pPr>
          </a:lstStyle>
          <a:p xmlns:a="http://schemas.openxmlformats.org/drawingml/2006/main">
            <a:pPr algn="l">
              <a:defRPr sz="1350" b="1">
                <a:solidFill>
                  <a:srgbClr val="2E78BD"/>
                </a:solidFill>
                <a:latin typeface="Malgun Gothic"/>
                <a:ea typeface="Malgun Gothic"/>
                <a:cs typeface="Malgun Gothic"/>
              </a:defRPr>
            </a:pPr>
            <a:r>
              <a:rPr sz="1350" b="1">
                <a:solidFill>
                  <a:srgbClr val="2E78BD"/>
                </a:solidFill>
                <a:latin typeface="Malgun Gothic"/>
                <a:ea typeface="Malgun Gothic"/>
                <a:cs typeface="Malgun Gothic"/>
              </a:rPr>
              <a:t>HOST 확인값</a:t>
            </a:r>
          </a:p>
        </p:txBody>
      </p:sp>
      <p:sp>
        <p:nvSpPr>
          <p:cNvPr id="17" name="">
            <a:extLst xmlns:a="http://schemas.openxmlformats.org/drawingml/2006/main">
              <a:ext uri="{FF2B5EF4-FFF2-40B4-BE49-F238E27FC236}">
                <a16:creationId xmlns:a16="http://schemas.microsoft.com/office/drawing/2014/main" id="{FE3DC82E-CACD-4982-9610-B8A422EED510}"/>
              </a:ext>
            </a:extLst>
          </p:cNvPr>
          <p:cNvSpPr>
            <a:spLocks xmlns:a="http://schemas.openxmlformats.org/drawingml/2006/main" noGrp="1"/>
          </p:cNvSpPr>
          <p:nvPr/>
        </p:nvSpPr>
        <p:spPr>
          <a:xfrm xmlns:a="http://schemas.openxmlformats.org/drawingml/2006/main">
            <a:off x="4476750" y="3543300"/>
            <a:ext cx="2114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실제 안내 가능 여부</a:t>
            </a:r>
          </a:p>
        </p:txBody>
      </p:sp>
      <p:sp>
        <p:nvSpPr>
          <p:cNvPr id="18" name="">
            <a:extLst xmlns:a="http://schemas.openxmlformats.org/drawingml/2006/main">
              <a:ext uri="{FF2B5EF4-FFF2-40B4-BE49-F238E27FC236}">
                <a16:creationId xmlns:a16="http://schemas.microsoft.com/office/drawing/2014/main" id="{2BE32C85-24BD-4C97-9B86-9E5AFB718A7C}"/>
              </a:ext>
            </a:extLst>
          </p:cNvPr>
          <p:cNvSpPr>
            <a:spLocks xmlns:a="http://schemas.openxmlformats.org/drawingml/2006/main" noGrp="1"/>
          </p:cNvSpPr>
          <p:nvPr/>
        </p:nvSpPr>
        <p:spPr>
          <a:xfrm xmlns:a="http://schemas.openxmlformats.org/drawingml/2006/main">
            <a:off x="7239000" y="1714500"/>
            <a:ext cx="4343400"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CE5EA"/>
            </a:solidFill>
            <a:prstDash val="solid"/>
          </a:ln>
        </p:spPr>
      </p:sp>
      <p:sp>
        <p:nvSpPr>
          <p:cNvPr id="19" name="">
            <a:extLst xmlns:a="http://schemas.openxmlformats.org/drawingml/2006/main">
              <a:ext uri="{FF2B5EF4-FFF2-40B4-BE49-F238E27FC236}">
                <a16:creationId xmlns:a16="http://schemas.microsoft.com/office/drawing/2014/main" id="{50ED39EE-C68B-43F4-A373-BB39C73CB6C8}"/>
              </a:ext>
            </a:extLst>
          </p:cNvPr>
          <p:cNvSpPr>
            <a:spLocks xmlns:a="http://schemas.openxmlformats.org/drawingml/2006/main" noGrp="1"/>
          </p:cNvSpPr>
          <p:nvPr/>
        </p:nvSpPr>
        <p:spPr>
          <a:xfrm xmlns:a="http://schemas.openxmlformats.org/drawingml/2006/main">
            <a:off x="7239000" y="1714500"/>
            <a:ext cx="66675" cy="1466850"/>
          </a:xfrm>
          <a:prstGeom xmlns:a="http://schemas.openxmlformats.org/drawingml/2006/main" prst="roundRect">
            <a:avLst>
              <a:gd name="adj" fmla="val 42857"/>
            </a:avLst>
          </a:prstGeom>
          <a:solidFill xmlns:a="http://schemas.openxmlformats.org/drawingml/2006/main">
            <a:srgbClr val="129B9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F6ED40D-8B23-45AA-BEDB-45D55F19BA51}"/>
              </a:ext>
            </a:extLst>
          </p:cNvPr>
          <p:cNvSpPr>
            <a:spLocks xmlns:a="http://schemas.openxmlformats.org/drawingml/2006/main" noGrp="1"/>
          </p:cNvSpPr>
          <p:nvPr/>
        </p:nvSpPr>
        <p:spPr>
          <a:xfrm xmlns:a="http://schemas.openxmlformats.org/drawingml/2006/main">
            <a:off x="7448550" y="1885950"/>
            <a:ext cx="3924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주소 기반 지도</a:t>
            </a:r>
          </a:p>
        </p:txBody>
      </p:sp>
      <p:sp>
        <p:nvSpPr>
          <p:cNvPr id="21" name="">
            <a:extLst xmlns:a="http://schemas.openxmlformats.org/drawingml/2006/main">
              <a:ext uri="{FF2B5EF4-FFF2-40B4-BE49-F238E27FC236}">
                <a16:creationId xmlns:a16="http://schemas.microsoft.com/office/drawing/2014/main" id="{14F60434-2674-456C-8A07-6C95CF94AF93}"/>
              </a:ext>
            </a:extLst>
          </p:cNvPr>
          <p:cNvSpPr>
            <a:spLocks xmlns:a="http://schemas.openxmlformats.org/drawingml/2006/main" noGrp="1"/>
          </p:cNvSpPr>
          <p:nvPr/>
        </p:nvSpPr>
        <p:spPr>
          <a:xfrm xmlns:a="http://schemas.openxmlformats.org/drawingml/2006/main">
            <a:off x="7448550" y="2305050"/>
            <a:ext cx="3924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확인된 주소를 보여주고</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Kakao Maps에서 주소를 검색합니다.</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좌표는 임의 생성·DB 저장하지 않음.</a:t>
            </a:r>
          </a:p>
        </p:txBody>
      </p:sp>
      <p:sp>
        <p:nvSpPr>
          <p:cNvPr id="22" name="">
            <a:extLst xmlns:a="http://schemas.openxmlformats.org/drawingml/2006/main">
              <a:ext uri="{FF2B5EF4-FFF2-40B4-BE49-F238E27FC236}">
                <a16:creationId xmlns:a16="http://schemas.microsoft.com/office/drawing/2014/main" id="{0EAC2435-BAA7-497F-85ED-FE908EAEAC5C}"/>
              </a:ext>
            </a:extLst>
          </p:cNvPr>
          <p:cNvSpPr>
            <a:spLocks xmlns:a="http://schemas.openxmlformats.org/drawingml/2006/main" noGrp="1"/>
          </p:cNvSpPr>
          <p:nvPr/>
        </p:nvSpPr>
        <p:spPr>
          <a:xfrm xmlns:a="http://schemas.openxmlformats.org/drawingml/2006/main">
            <a:off x="7239000" y="3390900"/>
            <a:ext cx="4343400" cy="1466850"/>
          </a:xfrm>
          <a:prstGeom xmlns:a="http://schemas.openxmlformats.org/drawingml/2006/main" prst="roundRect">
            <a:avLst>
              <a:gd name="adj" fmla="val 10390"/>
            </a:avLst>
          </a:prstGeom>
          <a:solidFill xmlns:a="http://schemas.openxmlformats.org/drawingml/2006/main">
            <a:srgbClr val="FFF7E7"/>
          </a:solidFill>
          <a:ln xmlns:a="http://schemas.openxmlformats.org/drawingml/2006/main" w="9525">
            <a:solidFill>
              <a:srgbClr val="DCE5EA"/>
            </a:solidFill>
            <a:prstDash val="solid"/>
          </a:ln>
        </p:spPr>
      </p:sp>
      <p:sp>
        <p:nvSpPr>
          <p:cNvPr id="23" name="">
            <a:extLst xmlns:a="http://schemas.openxmlformats.org/drawingml/2006/main">
              <a:ext uri="{FF2B5EF4-FFF2-40B4-BE49-F238E27FC236}">
                <a16:creationId xmlns:a16="http://schemas.microsoft.com/office/drawing/2014/main" id="{01664F49-CFDD-41F6-8C2C-D515F40D291F}"/>
              </a:ext>
            </a:extLst>
          </p:cNvPr>
          <p:cNvSpPr>
            <a:spLocks xmlns:a="http://schemas.openxmlformats.org/drawingml/2006/main" noGrp="1"/>
          </p:cNvSpPr>
          <p:nvPr/>
        </p:nvSpPr>
        <p:spPr>
          <a:xfrm xmlns:a="http://schemas.openxmlformats.org/drawingml/2006/main">
            <a:off x="7239000" y="3390900"/>
            <a:ext cx="66675" cy="1466850"/>
          </a:xfrm>
          <a:prstGeom xmlns:a="http://schemas.openxmlformats.org/drawingml/2006/main" prst="roundRect">
            <a:avLst>
              <a:gd name="adj" fmla="val 42857"/>
            </a:avLst>
          </a:prstGeom>
          <a:solidFill xmlns:a="http://schemas.openxmlformats.org/drawingml/2006/main">
            <a:srgbClr val="D99C3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1641794-6BAA-4B78-872F-3126CC981FFC}"/>
              </a:ext>
            </a:extLst>
          </p:cNvPr>
          <p:cNvSpPr>
            <a:spLocks xmlns:a="http://schemas.openxmlformats.org/drawingml/2006/main" noGrp="1"/>
          </p:cNvSpPr>
          <p:nvPr/>
        </p:nvSpPr>
        <p:spPr>
          <a:xfrm xmlns:a="http://schemas.openxmlformats.org/drawingml/2006/main">
            <a:off x="7448550" y="3562350"/>
            <a:ext cx="3924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운영 전 과제</a:t>
            </a:r>
          </a:p>
        </p:txBody>
      </p:sp>
      <p:sp>
        <p:nvSpPr>
          <p:cNvPr id="25" name="">
            <a:extLst xmlns:a="http://schemas.openxmlformats.org/drawingml/2006/main">
              <a:ext uri="{FF2B5EF4-FFF2-40B4-BE49-F238E27FC236}">
                <a16:creationId xmlns:a16="http://schemas.microsoft.com/office/drawing/2014/main" id="{DB509595-D60D-4CBD-AB32-29D502D86243}"/>
              </a:ext>
            </a:extLst>
          </p:cNvPr>
          <p:cNvSpPr>
            <a:spLocks xmlns:a="http://schemas.openxmlformats.org/drawingml/2006/main" noGrp="1"/>
          </p:cNvSpPr>
          <p:nvPr/>
        </p:nvSpPr>
        <p:spPr>
          <a:xfrm xmlns:a="http://schemas.openxmlformats.org/drawingml/2006/main">
            <a:off x="7448550" y="3981450"/>
            <a:ext cx="3924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2768A"/>
                </a:solidFill>
                <a:latin typeface="Malgun Gothic"/>
                <a:ea typeface="Malgun Gothic"/>
                <a:cs typeface="Malgun Gothic"/>
              </a:defRPr>
            </a:defPPr>
            <a:lvl1pPr algn="l">
              <a:defRPr sz="1275" b="0">
                <a:solidFill>
                  <a:srgbClr val="62768A"/>
                </a:solidFill>
                <a:latin typeface="Malgun Gothic"/>
                <a:ea typeface="Malgun Gothic"/>
                <a:cs typeface="Malgun Gothic"/>
              </a:defRPr>
            </a:lvl1pPr>
            <a:lvl2pPr algn="l">
              <a:defRPr sz="1275" b="0">
                <a:solidFill>
                  <a:srgbClr val="62768A"/>
                </a:solidFill>
                <a:latin typeface="Malgun Gothic"/>
                <a:ea typeface="Malgun Gothic"/>
                <a:cs typeface="Malgun Gothic"/>
              </a:defRPr>
            </a:lvl2pPr>
            <a:lvl3pPr algn="l">
              <a:defRPr sz="1275" b="0">
                <a:solidFill>
                  <a:srgbClr val="62768A"/>
                </a:solidFill>
                <a:latin typeface="Malgun Gothic"/>
                <a:ea typeface="Malgun Gothic"/>
                <a:cs typeface="Malgun Gothic"/>
              </a:defRPr>
            </a:lvl3pPr>
            <a:lvl4pPr algn="l">
              <a:defRPr sz="1275" b="0">
                <a:solidFill>
                  <a:srgbClr val="62768A"/>
                </a:solidFill>
                <a:latin typeface="Malgun Gothic"/>
                <a:ea typeface="Malgun Gothic"/>
                <a:cs typeface="Malgun Gothic"/>
              </a:defRPr>
            </a:lvl4pPr>
            <a:lvl5pPr algn="l">
              <a:defRPr sz="1275" b="0">
                <a:solidFill>
                  <a:srgbClr val="62768A"/>
                </a:solidFill>
                <a:latin typeface="Malgun Gothic"/>
                <a:ea typeface="Malgun Gothic"/>
                <a:cs typeface="Malgun Gothic"/>
              </a:defRPr>
            </a:lvl5pPr>
            <a:lvl6pPr algn="l">
              <a:defRPr sz="1275" b="0">
                <a:solidFill>
                  <a:srgbClr val="62768A"/>
                </a:solidFill>
                <a:latin typeface="Malgun Gothic"/>
                <a:ea typeface="Malgun Gothic"/>
                <a:cs typeface="Malgun Gothic"/>
              </a:defRPr>
            </a:lvl6pPr>
            <a:lvl7pPr algn="l">
              <a:defRPr sz="1275" b="0">
                <a:solidFill>
                  <a:srgbClr val="62768A"/>
                </a:solidFill>
                <a:latin typeface="Malgun Gothic"/>
                <a:ea typeface="Malgun Gothic"/>
                <a:cs typeface="Malgun Gothic"/>
              </a:defRPr>
            </a:lvl7pPr>
            <a:lvl8pPr algn="l">
              <a:defRPr sz="1275" b="0">
                <a:solidFill>
                  <a:srgbClr val="62768A"/>
                </a:solidFill>
                <a:latin typeface="Malgun Gothic"/>
                <a:ea typeface="Malgun Gothic"/>
                <a:cs typeface="Malgun Gothic"/>
              </a:defRPr>
            </a:lvl8pPr>
            <a:lvl9pPr algn="l">
              <a:defRPr sz="1275" b="0">
                <a:solidFill>
                  <a:srgbClr val="62768A"/>
                </a:solidFill>
                <a:latin typeface="Malgun Gothic"/>
                <a:ea typeface="Malgun Gothic"/>
                <a:cs typeface="Malgun Gothic"/>
              </a:defRPr>
            </a:lvl9pPr>
          </a:lstStyle>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번역 초안의 원어민 검수</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호스트별 실제 진행 언어 확인</a:t>
            </a:r>
          </a:p>
          <a:p xmlns:a="http://schemas.openxmlformats.org/drawingml/2006/main">
            <a:pPr algn="l">
              <a:lnSpc>
                <a:spcPct val="115000"/>
              </a:lnSpc>
              <a:buNone/>
              <a:defRPr sz="1275" b="0">
                <a:solidFill>
                  <a:srgbClr val="62768A"/>
                </a:solidFill>
                <a:latin typeface="Malgun Gothic"/>
                <a:ea typeface="Malgun Gothic"/>
                <a:cs typeface="Malgun Gothic"/>
              </a:defRPr>
            </a:pPr>
            <a:r>
              <a:rPr sz="1275" b="0">
                <a:solidFill>
                  <a:srgbClr val="62768A"/>
                </a:solidFill>
                <a:latin typeface="Malgun Gothic"/>
                <a:ea typeface="Malgun Gothic"/>
                <a:cs typeface="Malgun Gothic"/>
              </a:rPr>
              <a:t>주소·집결 장소와 상업 이용 승인</a:t>
            </a:r>
          </a:p>
        </p:txBody>
      </p:sp>
      <p:sp>
        <p:nvSpPr>
          <p:cNvPr id="26" name="">
            <a:extLst xmlns:a="http://schemas.openxmlformats.org/drawingml/2006/main">
              <a:ext uri="{FF2B5EF4-FFF2-40B4-BE49-F238E27FC236}">
                <a16:creationId xmlns:a16="http://schemas.microsoft.com/office/drawing/2014/main" id="{4DF00D88-A56F-4767-A030-6F0D234CB148}"/>
              </a:ext>
            </a:extLst>
          </p:cNvPr>
          <p:cNvSpPr>
            <a:spLocks xmlns:a="http://schemas.openxmlformats.org/drawingml/2006/main" noGrp="1"/>
          </p:cNvSpPr>
          <p:nvPr/>
        </p:nvSpPr>
        <p:spPr>
          <a:xfrm xmlns:a="http://schemas.openxmlformats.org/drawingml/2006/main">
            <a:off x="609600" y="4572000"/>
            <a:ext cx="6191250" cy="895350"/>
          </a:xfrm>
          <a:prstGeom xmlns:a="http://schemas.openxmlformats.org/drawingml/2006/main" prst="roundRect">
            <a:avLst>
              <a:gd name="adj" fmla="val 15957"/>
            </a:avLst>
          </a:prstGeom>
          <a:solidFill xmlns:a="http://schemas.openxmlformats.org/drawingml/2006/main">
            <a:srgbClr val="EAF3F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9D44789-3BB2-4E43-852E-A934A74CC555}"/>
              </a:ext>
            </a:extLst>
          </p:cNvPr>
          <p:cNvSpPr>
            <a:spLocks xmlns:a="http://schemas.openxmlformats.org/drawingml/2006/main" noGrp="1"/>
          </p:cNvSpPr>
          <p:nvPr/>
        </p:nvSpPr>
        <p:spPr>
          <a:xfrm xmlns:a="http://schemas.openxmlformats.org/drawingml/2006/main">
            <a:off x="819150" y="4772025"/>
            <a:ext cx="5753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3384D"/>
                </a:solidFill>
                <a:latin typeface="Malgun Gothic"/>
                <a:ea typeface="Malgun Gothic"/>
                <a:cs typeface="Malgun Gothic"/>
              </a:defRPr>
            </a:defPPr>
            <a:lvl1pPr algn="l">
              <a:defRPr sz="1425" b="1">
                <a:solidFill>
                  <a:srgbClr val="23384D"/>
                </a:solidFill>
                <a:latin typeface="Malgun Gothic"/>
                <a:ea typeface="Malgun Gothic"/>
                <a:cs typeface="Malgun Gothic"/>
              </a:defRPr>
            </a:lvl1pPr>
            <a:lvl2pPr algn="l">
              <a:defRPr sz="1425" b="1">
                <a:solidFill>
                  <a:srgbClr val="23384D"/>
                </a:solidFill>
                <a:latin typeface="Malgun Gothic"/>
                <a:ea typeface="Malgun Gothic"/>
                <a:cs typeface="Malgun Gothic"/>
              </a:defRPr>
            </a:lvl2pPr>
            <a:lvl3pPr algn="l">
              <a:defRPr sz="1425" b="1">
                <a:solidFill>
                  <a:srgbClr val="23384D"/>
                </a:solidFill>
                <a:latin typeface="Malgun Gothic"/>
                <a:ea typeface="Malgun Gothic"/>
                <a:cs typeface="Malgun Gothic"/>
              </a:defRPr>
            </a:lvl3pPr>
            <a:lvl4pPr algn="l">
              <a:defRPr sz="1425" b="1">
                <a:solidFill>
                  <a:srgbClr val="23384D"/>
                </a:solidFill>
                <a:latin typeface="Malgun Gothic"/>
                <a:ea typeface="Malgun Gothic"/>
                <a:cs typeface="Malgun Gothic"/>
              </a:defRPr>
            </a:lvl4pPr>
            <a:lvl5pPr algn="l">
              <a:defRPr sz="1425" b="1">
                <a:solidFill>
                  <a:srgbClr val="23384D"/>
                </a:solidFill>
                <a:latin typeface="Malgun Gothic"/>
                <a:ea typeface="Malgun Gothic"/>
                <a:cs typeface="Malgun Gothic"/>
              </a:defRPr>
            </a:lvl5pPr>
            <a:lvl6pPr algn="l">
              <a:defRPr sz="1425" b="1">
                <a:solidFill>
                  <a:srgbClr val="23384D"/>
                </a:solidFill>
                <a:latin typeface="Malgun Gothic"/>
                <a:ea typeface="Malgun Gothic"/>
                <a:cs typeface="Malgun Gothic"/>
              </a:defRPr>
            </a:lvl6pPr>
            <a:lvl7pPr algn="l">
              <a:defRPr sz="1425" b="1">
                <a:solidFill>
                  <a:srgbClr val="23384D"/>
                </a:solidFill>
                <a:latin typeface="Malgun Gothic"/>
                <a:ea typeface="Malgun Gothic"/>
                <a:cs typeface="Malgun Gothic"/>
              </a:defRPr>
            </a:lvl7pPr>
            <a:lvl8pPr algn="l">
              <a:defRPr sz="1425" b="1">
                <a:solidFill>
                  <a:srgbClr val="23384D"/>
                </a:solidFill>
                <a:latin typeface="Malgun Gothic"/>
                <a:ea typeface="Malgun Gothic"/>
                <a:cs typeface="Malgun Gothic"/>
              </a:defRPr>
            </a:lvl8pPr>
            <a:lvl9pPr algn="l">
              <a:defRPr sz="1425" b="1">
                <a:solidFill>
                  <a:srgbClr val="23384D"/>
                </a:solidFill>
                <a:latin typeface="Malgun Gothic"/>
                <a:ea typeface="Malgun Gothic"/>
                <a:cs typeface="Malgun Gothic"/>
              </a:defRPr>
            </a:lvl9pPr>
          </a:lstStyle>
          <a:p xmlns:a="http://schemas.openxmlformats.org/drawingml/2006/main">
            <a:pPr algn="l">
              <a:defRPr sz="1425" b="1">
                <a:solidFill>
                  <a:srgbClr val="23384D"/>
                </a:solidFill>
                <a:latin typeface="Malgun Gothic"/>
                <a:ea typeface="Malgun Gothic"/>
                <a:cs typeface="Malgun Gothic"/>
              </a:defRPr>
            </a:pPr>
            <a:r>
              <a:rPr sz="1425" b="1">
                <a:solidFill>
                  <a:srgbClr val="23384D"/>
                </a:solidFill>
                <a:latin typeface="Malgun Gothic"/>
                <a:ea typeface="Malgun Gothic"/>
                <a:cs typeface="Malgun Gothic"/>
              </a:rPr>
              <a:t>3개 언어·친구 체험의 `available_languages`는</a:t>
            </a:r>
          </a:p>
          <a:p xmlns:a="http://schemas.openxmlformats.org/drawingml/2006/main">
            <a:pPr algn="l">
              <a:defRPr sz="1425" b="1">
                <a:solidFill>
                  <a:srgbClr val="23384D"/>
                </a:solidFill>
                <a:latin typeface="Malgun Gothic"/>
                <a:ea typeface="Malgun Gothic"/>
                <a:cs typeface="Malgun Gothic"/>
              </a:defRPr>
            </a:pPr>
            <a:r>
              <a:rPr sz="1425" b="1">
                <a:solidFill>
                  <a:srgbClr val="23384D"/>
                </a:solidFill>
                <a:latin typeface="Malgun Gothic"/>
                <a:ea typeface="Malgun Gothic"/>
                <a:cs typeface="Malgun Gothic"/>
              </a:rPr>
              <a:t>원격 조회 시 모두 빈 배열로 확인</a:t>
            </a:r>
          </a:p>
        </p:txBody>
      </p:sp>
      <p:sp>
        <p:nvSpPr>
          <p:cNvPr id="28" name="">
            <a:extLst xmlns:a="http://schemas.openxmlformats.org/drawingml/2006/main">
              <a:ext uri="{FF2B5EF4-FFF2-40B4-BE49-F238E27FC236}">
                <a16:creationId xmlns:a16="http://schemas.microsoft.com/office/drawing/2014/main" id="{B5F7D5D1-BEDC-4B1C-A46A-CE3FA1A028E0}"/>
              </a:ext>
            </a:extLst>
          </p:cNvPr>
          <p:cNvSpPr>
            <a:spLocks xmlns:a="http://schemas.openxmlformats.org/drawingml/2006/main" noGrp="1"/>
          </p:cNvSpPr>
          <p:nvPr/>
        </p:nvSpPr>
        <p:spPr>
          <a:xfrm xmlns:a="http://schemas.openxmlformats.org/drawingml/2006/main">
            <a:off x="609600" y="57340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a:solidFill>
                  <a:srgbClr val="192C40"/>
                </a:solidFill>
                <a:latin typeface="Malgun Gothic"/>
                <a:ea typeface="Malgun Gothic"/>
                <a:cs typeface="Malgun Gothic"/>
              </a:defRPr>
            </a:defPPr>
            <a:lvl1pPr algn="ctr">
              <a:defRPr sz="1350" b="1">
                <a:solidFill>
                  <a:srgbClr val="192C40"/>
                </a:solidFill>
                <a:latin typeface="Malgun Gothic"/>
                <a:ea typeface="Malgun Gothic"/>
                <a:cs typeface="Malgun Gothic"/>
              </a:defRPr>
            </a:lvl1pPr>
            <a:lvl2pPr algn="ctr">
              <a:defRPr sz="1350" b="1">
                <a:solidFill>
                  <a:srgbClr val="192C40"/>
                </a:solidFill>
                <a:latin typeface="Malgun Gothic"/>
                <a:ea typeface="Malgun Gothic"/>
                <a:cs typeface="Malgun Gothic"/>
              </a:defRPr>
            </a:lvl2pPr>
            <a:lvl3pPr algn="ctr">
              <a:defRPr sz="1350" b="1">
                <a:solidFill>
                  <a:srgbClr val="192C40"/>
                </a:solidFill>
                <a:latin typeface="Malgun Gothic"/>
                <a:ea typeface="Malgun Gothic"/>
                <a:cs typeface="Malgun Gothic"/>
              </a:defRPr>
            </a:lvl3pPr>
            <a:lvl4pPr algn="ctr">
              <a:defRPr sz="1350" b="1">
                <a:solidFill>
                  <a:srgbClr val="192C40"/>
                </a:solidFill>
                <a:latin typeface="Malgun Gothic"/>
                <a:ea typeface="Malgun Gothic"/>
                <a:cs typeface="Malgun Gothic"/>
              </a:defRPr>
            </a:lvl4pPr>
            <a:lvl5pPr algn="ctr">
              <a:defRPr sz="1350" b="1">
                <a:solidFill>
                  <a:srgbClr val="192C40"/>
                </a:solidFill>
                <a:latin typeface="Malgun Gothic"/>
                <a:ea typeface="Malgun Gothic"/>
                <a:cs typeface="Malgun Gothic"/>
              </a:defRPr>
            </a:lvl5pPr>
            <a:lvl6pPr algn="ctr">
              <a:defRPr sz="1350" b="1">
                <a:solidFill>
                  <a:srgbClr val="192C40"/>
                </a:solidFill>
                <a:latin typeface="Malgun Gothic"/>
                <a:ea typeface="Malgun Gothic"/>
                <a:cs typeface="Malgun Gothic"/>
              </a:defRPr>
            </a:lvl6pPr>
            <a:lvl7pPr algn="ctr">
              <a:defRPr sz="1350" b="1">
                <a:solidFill>
                  <a:srgbClr val="192C40"/>
                </a:solidFill>
                <a:latin typeface="Malgun Gothic"/>
                <a:ea typeface="Malgun Gothic"/>
                <a:cs typeface="Malgun Gothic"/>
              </a:defRPr>
            </a:lvl7pPr>
            <a:lvl8pPr algn="ctr">
              <a:defRPr sz="1350" b="1">
                <a:solidFill>
                  <a:srgbClr val="192C40"/>
                </a:solidFill>
                <a:latin typeface="Malgun Gothic"/>
                <a:ea typeface="Malgun Gothic"/>
                <a:cs typeface="Malgun Gothic"/>
              </a:defRPr>
            </a:lvl8pPr>
            <a:lvl9pPr algn="ctr">
              <a:defRPr sz="1350" b="1">
                <a:solidFill>
                  <a:srgbClr val="192C40"/>
                </a:solidFill>
                <a:latin typeface="Malgun Gothic"/>
                <a:ea typeface="Malgun Gothic"/>
                <a:cs typeface="Malgun Gothic"/>
              </a:defRPr>
            </a:lvl9pPr>
          </a:lstStyle>
          <a:p xmlns:a="http://schemas.openxmlformats.org/drawingml/2006/main">
            <a:pPr algn="ctr">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다국어 표시가 가능하다는 것과 외국어로 안전하게 운영할 수 있다는 것은 다른 검증입니다.</a:t>
            </a:r>
          </a:p>
        </p:txBody>
      </p:sp>
    </p:spTree>
    <p:extLst>
      <p:ext uri="{BB962C8B-B14F-4D97-AF65-F5344CB8AC3E}">
        <p14:creationId xmlns:p14="http://schemas.microsoft.com/office/powerpoint/2010/main" val="1749308587"/>
      </p:ext>
    </p:extLst>
  </p:cSld>
</p:sld>
</file>

<file path=ppt/slides/slide1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3C42959-7B7B-48E0-90F8-F9EF8B71E8D4}"/>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IMPLEMENTATION &amp; EVIDENCE</a:t>
            </a:r>
          </a:p>
        </p:txBody>
      </p:sp>
      <p:sp>
        <p:nvSpPr>
          <p:cNvPr id="2" name="">
            <a:extLst xmlns:a="http://schemas.openxmlformats.org/drawingml/2006/main">
              <a:ext uri="{FF2B5EF4-FFF2-40B4-BE49-F238E27FC236}">
                <a16:creationId xmlns:a16="http://schemas.microsoft.com/office/drawing/2014/main" id="{121854C4-A770-45E4-8932-40B806F1C7CE}"/>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코드·화면·DB 조회로 구현 결과를 확인했습니다</a:t>
            </a:r>
          </a:p>
        </p:txBody>
      </p:sp>
      <p:sp>
        <p:nvSpPr>
          <p:cNvPr id="3" name="">
            <a:extLst xmlns:a="http://schemas.openxmlformats.org/drawingml/2006/main">
              <a:ext uri="{FF2B5EF4-FFF2-40B4-BE49-F238E27FC236}">
                <a16:creationId xmlns:a16="http://schemas.microsoft.com/office/drawing/2014/main" id="{61A296EB-D1FE-4AB0-B5AC-6ABDB74A8DB1}"/>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A7E48DF-73E3-448E-8D60-37A0002AA9E9}"/>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D338DAC8-7C50-424E-B004-3FE5072F7463}"/>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10 / 12</a:t>
            </a:r>
          </a:p>
        </p:txBody>
      </p:sp>
      <p:sp>
        <p:nvSpPr>
          <p:cNvPr id="6" name="">
            <a:extLst xmlns:a="http://schemas.openxmlformats.org/drawingml/2006/main">
              <a:ext uri="{FF2B5EF4-FFF2-40B4-BE49-F238E27FC236}">
                <a16:creationId xmlns:a16="http://schemas.microsoft.com/office/drawing/2014/main" id="{EDC07B64-0703-4258-AA96-15D22B28F54E}"/>
              </a:ext>
            </a:extLst>
          </p:cNvPr>
          <p:cNvSpPr>
            <a:spLocks xmlns:a="http://schemas.openxmlformats.org/drawingml/2006/main" noGrp="1"/>
          </p:cNvSpPr>
          <p:nvPr/>
        </p:nvSpPr>
        <p:spPr>
          <a:xfrm xmlns:a="http://schemas.openxmlformats.org/drawingml/2006/main">
            <a:off x="609600" y="1657350"/>
            <a:ext cx="10972800" cy="647700"/>
          </a:xfrm>
          <a:prstGeom xmlns:a="http://schemas.openxmlformats.org/drawingml/2006/main" prst="roundRect">
            <a:avLst>
              <a:gd name="adj" fmla="val 19118"/>
            </a:avLst>
          </a:prstGeom>
          <a:solidFill xmlns:a="http://schemas.openxmlformats.org/drawingml/2006/main">
            <a:srgbClr val="FFFFFF"/>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0F076124-6244-4394-BAC7-0CB58833BB62}"/>
              </a:ext>
            </a:extLst>
          </p:cNvPr>
          <p:cNvSpPr>
            <a:spLocks xmlns:a="http://schemas.openxmlformats.org/drawingml/2006/main" noGrp="1"/>
          </p:cNvSpPr>
          <p:nvPr/>
        </p:nvSpPr>
        <p:spPr>
          <a:xfrm xmlns:a="http://schemas.openxmlformats.org/drawingml/2006/main">
            <a:off x="800100" y="182880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화면·데이터</a:t>
            </a:r>
          </a:p>
        </p:txBody>
      </p:sp>
      <p:sp>
        <p:nvSpPr>
          <p:cNvPr id="8" name="">
            <a:extLst xmlns:a="http://schemas.openxmlformats.org/drawingml/2006/main">
              <a:ext uri="{FF2B5EF4-FFF2-40B4-BE49-F238E27FC236}">
                <a16:creationId xmlns:a16="http://schemas.microsoft.com/office/drawing/2014/main" id="{56DA9940-5A37-44E3-AE22-71F43B5C8366}"/>
              </a:ext>
            </a:extLst>
          </p:cNvPr>
          <p:cNvSpPr>
            <a:spLocks xmlns:a="http://schemas.openxmlformats.org/drawingml/2006/main" noGrp="1"/>
          </p:cNvSpPr>
          <p:nvPr/>
        </p:nvSpPr>
        <p:spPr>
          <a:xfrm xmlns:a="http://schemas.openxmlformats.org/drawingml/2006/main">
            <a:off x="2647950" y="182880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3384D"/>
                </a:solidFill>
                <a:latin typeface="Malgun Gothic"/>
                <a:ea typeface="Malgun Gothic"/>
                <a:cs typeface="Malgun Gothic"/>
              </a:defRPr>
            </a:defPPr>
            <a:lvl1pPr algn="l">
              <a:defRPr sz="1350" b="0">
                <a:solidFill>
                  <a:srgbClr val="23384D"/>
                </a:solidFill>
                <a:latin typeface="Malgun Gothic"/>
                <a:ea typeface="Malgun Gothic"/>
                <a:cs typeface="Malgun Gothic"/>
              </a:defRPr>
            </a:lvl1pPr>
            <a:lvl2pPr algn="l">
              <a:defRPr sz="1350" b="0">
                <a:solidFill>
                  <a:srgbClr val="23384D"/>
                </a:solidFill>
                <a:latin typeface="Malgun Gothic"/>
                <a:ea typeface="Malgun Gothic"/>
                <a:cs typeface="Malgun Gothic"/>
              </a:defRPr>
            </a:lvl2pPr>
            <a:lvl3pPr algn="l">
              <a:defRPr sz="1350" b="0">
                <a:solidFill>
                  <a:srgbClr val="23384D"/>
                </a:solidFill>
                <a:latin typeface="Malgun Gothic"/>
                <a:ea typeface="Malgun Gothic"/>
                <a:cs typeface="Malgun Gothic"/>
              </a:defRPr>
            </a:lvl3pPr>
            <a:lvl4pPr algn="l">
              <a:defRPr sz="1350" b="0">
                <a:solidFill>
                  <a:srgbClr val="23384D"/>
                </a:solidFill>
                <a:latin typeface="Malgun Gothic"/>
                <a:ea typeface="Malgun Gothic"/>
                <a:cs typeface="Malgun Gothic"/>
              </a:defRPr>
            </a:lvl4pPr>
            <a:lvl5pPr algn="l">
              <a:defRPr sz="1350" b="0">
                <a:solidFill>
                  <a:srgbClr val="23384D"/>
                </a:solidFill>
                <a:latin typeface="Malgun Gothic"/>
                <a:ea typeface="Malgun Gothic"/>
                <a:cs typeface="Malgun Gothic"/>
              </a:defRPr>
            </a:lvl5pPr>
            <a:lvl6pPr algn="l">
              <a:defRPr sz="1350" b="0">
                <a:solidFill>
                  <a:srgbClr val="23384D"/>
                </a:solidFill>
                <a:latin typeface="Malgun Gothic"/>
                <a:ea typeface="Malgun Gothic"/>
                <a:cs typeface="Malgun Gothic"/>
              </a:defRPr>
            </a:lvl6pPr>
            <a:lvl7pPr algn="l">
              <a:defRPr sz="1350" b="0">
                <a:solidFill>
                  <a:srgbClr val="23384D"/>
                </a:solidFill>
                <a:latin typeface="Malgun Gothic"/>
                <a:ea typeface="Malgun Gothic"/>
                <a:cs typeface="Malgun Gothic"/>
              </a:defRPr>
            </a:lvl7pPr>
            <a:lvl8pPr algn="l">
              <a:defRPr sz="1350" b="0">
                <a:solidFill>
                  <a:srgbClr val="23384D"/>
                </a:solidFill>
                <a:latin typeface="Malgun Gothic"/>
                <a:ea typeface="Malgun Gothic"/>
                <a:cs typeface="Malgun Gothic"/>
              </a:defRPr>
            </a:lvl8pPr>
            <a:lvl9pPr algn="l">
              <a:defRPr sz="1350" b="0">
                <a:solidFill>
                  <a:srgbClr val="23384D"/>
                </a:solidFill>
                <a:latin typeface="Malgun Gothic"/>
                <a:ea typeface="Malgun Gothic"/>
                <a:cs typeface="Malgun Gothic"/>
              </a:defRPr>
            </a:lvl9pPr>
          </a:lstStyle>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공개 목록·상세·신청·호스트 공간</a:t>
            </a:r>
          </a:p>
        </p:txBody>
      </p:sp>
      <p:sp>
        <p:nvSpPr>
          <p:cNvPr id="9" name="">
            <a:extLst xmlns:a="http://schemas.openxmlformats.org/drawingml/2006/main">
              <a:ext uri="{FF2B5EF4-FFF2-40B4-BE49-F238E27FC236}">
                <a16:creationId xmlns:a16="http://schemas.microsoft.com/office/drawing/2014/main" id="{C94FC30F-ABEE-44BC-AAE1-D6A0871B2746}"/>
              </a:ext>
            </a:extLst>
          </p:cNvPr>
          <p:cNvSpPr>
            <a:spLocks xmlns:a="http://schemas.openxmlformats.org/drawingml/2006/main" noGrp="1"/>
          </p:cNvSpPr>
          <p:nvPr/>
        </p:nvSpPr>
        <p:spPr>
          <a:xfrm xmlns:a="http://schemas.openxmlformats.org/drawingml/2006/main">
            <a:off x="8210550" y="1819275"/>
            <a:ext cx="3105150" cy="304800"/>
          </a:xfrm>
          <a:prstGeom xmlns:a="http://schemas.openxmlformats.org/drawingml/2006/main" prst="roundRect">
            <a:avLst>
              <a:gd name="adj" fmla="val 50000"/>
            </a:avLst>
          </a:prstGeom>
          <a:solidFill xmlns:a="http://schemas.openxmlformats.org/drawingml/2006/main">
            <a:srgbClr val="EAF3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9BD7E08-2F6C-4260-9F7C-26E1A2F06671}"/>
              </a:ext>
            </a:extLst>
          </p:cNvPr>
          <p:cNvSpPr>
            <a:spLocks xmlns:a="http://schemas.openxmlformats.org/drawingml/2006/main" noGrp="1"/>
          </p:cNvSpPr>
          <p:nvPr/>
        </p:nvSpPr>
        <p:spPr>
          <a:xfrm xmlns:a="http://schemas.openxmlformats.org/drawingml/2006/main">
            <a:off x="8286750" y="18669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92C40"/>
                </a:solidFill>
                <a:latin typeface="Malgun Gothic"/>
                <a:ea typeface="Malgun Gothic"/>
                <a:cs typeface="Malgun Gothic"/>
              </a:defRPr>
            </a:defPPr>
            <a:lvl1pPr algn="ctr">
              <a:defRPr sz="1050" b="1">
                <a:solidFill>
                  <a:srgbClr val="192C40"/>
                </a:solidFill>
                <a:latin typeface="Malgun Gothic"/>
                <a:ea typeface="Malgun Gothic"/>
                <a:cs typeface="Malgun Gothic"/>
              </a:defRPr>
            </a:lvl1pPr>
            <a:lvl2pPr algn="ctr">
              <a:defRPr sz="1050" b="1">
                <a:solidFill>
                  <a:srgbClr val="192C40"/>
                </a:solidFill>
                <a:latin typeface="Malgun Gothic"/>
                <a:ea typeface="Malgun Gothic"/>
                <a:cs typeface="Malgun Gothic"/>
              </a:defRPr>
            </a:lvl2pPr>
            <a:lvl3pPr algn="ctr">
              <a:defRPr sz="1050" b="1">
                <a:solidFill>
                  <a:srgbClr val="192C40"/>
                </a:solidFill>
                <a:latin typeface="Malgun Gothic"/>
                <a:ea typeface="Malgun Gothic"/>
                <a:cs typeface="Malgun Gothic"/>
              </a:defRPr>
            </a:lvl3pPr>
            <a:lvl4pPr algn="ctr">
              <a:defRPr sz="1050" b="1">
                <a:solidFill>
                  <a:srgbClr val="192C40"/>
                </a:solidFill>
                <a:latin typeface="Malgun Gothic"/>
                <a:ea typeface="Malgun Gothic"/>
                <a:cs typeface="Malgun Gothic"/>
              </a:defRPr>
            </a:lvl4pPr>
            <a:lvl5pPr algn="ctr">
              <a:defRPr sz="1050" b="1">
                <a:solidFill>
                  <a:srgbClr val="192C40"/>
                </a:solidFill>
                <a:latin typeface="Malgun Gothic"/>
                <a:ea typeface="Malgun Gothic"/>
                <a:cs typeface="Malgun Gothic"/>
              </a:defRPr>
            </a:lvl5pPr>
            <a:lvl6pPr algn="ctr">
              <a:defRPr sz="1050" b="1">
                <a:solidFill>
                  <a:srgbClr val="192C40"/>
                </a:solidFill>
                <a:latin typeface="Malgun Gothic"/>
                <a:ea typeface="Malgun Gothic"/>
                <a:cs typeface="Malgun Gothic"/>
              </a:defRPr>
            </a:lvl6pPr>
            <a:lvl7pPr algn="ctr">
              <a:defRPr sz="1050" b="1">
                <a:solidFill>
                  <a:srgbClr val="192C40"/>
                </a:solidFill>
                <a:latin typeface="Malgun Gothic"/>
                <a:ea typeface="Malgun Gothic"/>
                <a:cs typeface="Malgun Gothic"/>
              </a:defRPr>
            </a:lvl7pPr>
            <a:lvl8pPr algn="ctr">
              <a:defRPr sz="1050" b="1">
                <a:solidFill>
                  <a:srgbClr val="192C40"/>
                </a:solidFill>
                <a:latin typeface="Malgun Gothic"/>
                <a:ea typeface="Malgun Gothic"/>
                <a:cs typeface="Malgun Gothic"/>
              </a:defRPr>
            </a:lvl8pPr>
            <a:lvl9pPr algn="ctr">
              <a:defRPr sz="1050" b="1">
                <a:solidFill>
                  <a:srgbClr val="192C40"/>
                </a:solidFill>
                <a:latin typeface="Malgun Gothic"/>
                <a:ea typeface="Malgun Gothic"/>
                <a:cs typeface="Malgun Gothic"/>
              </a:defRPr>
            </a:lvl9pPr>
          </a:lstStyle>
          <a:p xmlns:a="http://schemas.openxmlformats.org/drawingml/2006/main">
            <a:pPr algn="ctr">
              <a:defRPr sz="1050" b="1">
                <a:solidFill>
                  <a:srgbClr val="192C40"/>
                </a:solidFill>
                <a:latin typeface="Malgun Gothic"/>
                <a:ea typeface="Malgun Gothic"/>
                <a:cs typeface="Malgun Gothic"/>
              </a:defRPr>
            </a:pPr>
            <a:r>
              <a:rPr sz="1050" b="1">
                <a:solidFill>
                  <a:srgbClr val="192C40"/>
                </a:solidFill>
                <a:latin typeface="Malgun Gothic"/>
                <a:ea typeface="Malgun Gothic"/>
                <a:cs typeface="Malgun Gothic"/>
              </a:rPr>
              <a:t>코드 + 실제 로컬 화면</a:t>
            </a:r>
          </a:p>
        </p:txBody>
      </p:sp>
      <p:sp>
        <p:nvSpPr>
          <p:cNvPr id="11" name="">
            <a:extLst xmlns:a="http://schemas.openxmlformats.org/drawingml/2006/main">
              <a:ext uri="{FF2B5EF4-FFF2-40B4-BE49-F238E27FC236}">
                <a16:creationId xmlns:a16="http://schemas.microsoft.com/office/drawing/2014/main" id="{90351811-E135-4B22-A846-4B3AB972C135}"/>
              </a:ext>
            </a:extLst>
          </p:cNvPr>
          <p:cNvSpPr>
            <a:spLocks xmlns:a="http://schemas.openxmlformats.org/drawingml/2006/main" noGrp="1"/>
          </p:cNvSpPr>
          <p:nvPr/>
        </p:nvSpPr>
        <p:spPr>
          <a:xfrm xmlns:a="http://schemas.openxmlformats.org/drawingml/2006/main">
            <a:off x="609600" y="2476500"/>
            <a:ext cx="10972800" cy="647700"/>
          </a:xfrm>
          <a:prstGeom xmlns:a="http://schemas.openxmlformats.org/drawingml/2006/main" prst="roundRect">
            <a:avLst>
              <a:gd name="adj" fmla="val 19118"/>
            </a:avLst>
          </a:prstGeom>
          <a:solidFill xmlns:a="http://schemas.openxmlformats.org/drawingml/2006/main">
            <a:srgbClr val="FFFFFF"/>
          </a:solidFill>
          <a:ln xmlns:a="http://schemas.openxmlformats.org/drawingml/2006/main" w="9525">
            <a:solidFill>
              <a:srgbClr val="DCE5EA"/>
            </a:solidFill>
            <a:prstDash val="solid"/>
          </a:ln>
        </p:spPr>
      </p:sp>
      <p:sp>
        <p:nvSpPr>
          <p:cNvPr id="12" name="">
            <a:extLst xmlns:a="http://schemas.openxmlformats.org/drawingml/2006/main">
              <a:ext uri="{FF2B5EF4-FFF2-40B4-BE49-F238E27FC236}">
                <a16:creationId xmlns:a16="http://schemas.microsoft.com/office/drawing/2014/main" id="{4A6D5504-C978-494B-BC27-8D889A7CFF4F}"/>
              </a:ext>
            </a:extLst>
          </p:cNvPr>
          <p:cNvSpPr>
            <a:spLocks xmlns:a="http://schemas.openxmlformats.org/drawingml/2006/main" noGrp="1"/>
          </p:cNvSpPr>
          <p:nvPr/>
        </p:nvSpPr>
        <p:spPr>
          <a:xfrm xmlns:a="http://schemas.openxmlformats.org/drawingml/2006/main">
            <a:off x="800100" y="26479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DB 운영</a:t>
            </a:r>
          </a:p>
        </p:txBody>
      </p:sp>
      <p:sp>
        <p:nvSpPr>
          <p:cNvPr id="13" name="">
            <a:extLst xmlns:a="http://schemas.openxmlformats.org/drawingml/2006/main">
              <a:ext uri="{FF2B5EF4-FFF2-40B4-BE49-F238E27FC236}">
                <a16:creationId xmlns:a16="http://schemas.microsoft.com/office/drawing/2014/main" id="{4EFCA950-2CD1-4531-BDEF-CC5DBE3E57AD}"/>
              </a:ext>
            </a:extLst>
          </p:cNvPr>
          <p:cNvSpPr>
            <a:spLocks xmlns:a="http://schemas.openxmlformats.org/drawingml/2006/main" noGrp="1"/>
          </p:cNvSpPr>
          <p:nvPr/>
        </p:nvSpPr>
        <p:spPr>
          <a:xfrm xmlns:a="http://schemas.openxmlformats.org/drawingml/2006/main">
            <a:off x="2647950" y="264795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3384D"/>
                </a:solidFill>
                <a:latin typeface="Malgun Gothic"/>
                <a:ea typeface="Malgun Gothic"/>
                <a:cs typeface="Malgun Gothic"/>
              </a:defRPr>
            </a:defPPr>
            <a:lvl1pPr algn="l">
              <a:defRPr sz="1350" b="0">
                <a:solidFill>
                  <a:srgbClr val="23384D"/>
                </a:solidFill>
                <a:latin typeface="Malgun Gothic"/>
                <a:ea typeface="Malgun Gothic"/>
                <a:cs typeface="Malgun Gothic"/>
              </a:defRPr>
            </a:lvl1pPr>
            <a:lvl2pPr algn="l">
              <a:defRPr sz="1350" b="0">
                <a:solidFill>
                  <a:srgbClr val="23384D"/>
                </a:solidFill>
                <a:latin typeface="Malgun Gothic"/>
                <a:ea typeface="Malgun Gothic"/>
                <a:cs typeface="Malgun Gothic"/>
              </a:defRPr>
            </a:lvl2pPr>
            <a:lvl3pPr algn="l">
              <a:defRPr sz="1350" b="0">
                <a:solidFill>
                  <a:srgbClr val="23384D"/>
                </a:solidFill>
                <a:latin typeface="Malgun Gothic"/>
                <a:ea typeface="Malgun Gothic"/>
                <a:cs typeface="Malgun Gothic"/>
              </a:defRPr>
            </a:lvl3pPr>
            <a:lvl4pPr algn="l">
              <a:defRPr sz="1350" b="0">
                <a:solidFill>
                  <a:srgbClr val="23384D"/>
                </a:solidFill>
                <a:latin typeface="Malgun Gothic"/>
                <a:ea typeface="Malgun Gothic"/>
                <a:cs typeface="Malgun Gothic"/>
              </a:defRPr>
            </a:lvl4pPr>
            <a:lvl5pPr algn="l">
              <a:defRPr sz="1350" b="0">
                <a:solidFill>
                  <a:srgbClr val="23384D"/>
                </a:solidFill>
                <a:latin typeface="Malgun Gothic"/>
                <a:ea typeface="Malgun Gothic"/>
                <a:cs typeface="Malgun Gothic"/>
              </a:defRPr>
            </a:lvl5pPr>
            <a:lvl6pPr algn="l">
              <a:defRPr sz="1350" b="0">
                <a:solidFill>
                  <a:srgbClr val="23384D"/>
                </a:solidFill>
                <a:latin typeface="Malgun Gothic"/>
                <a:ea typeface="Malgun Gothic"/>
                <a:cs typeface="Malgun Gothic"/>
              </a:defRPr>
            </a:lvl6pPr>
            <a:lvl7pPr algn="l">
              <a:defRPr sz="1350" b="0">
                <a:solidFill>
                  <a:srgbClr val="23384D"/>
                </a:solidFill>
                <a:latin typeface="Malgun Gothic"/>
                <a:ea typeface="Malgun Gothic"/>
                <a:cs typeface="Malgun Gothic"/>
              </a:defRPr>
            </a:lvl7pPr>
            <a:lvl8pPr algn="l">
              <a:defRPr sz="1350" b="0">
                <a:solidFill>
                  <a:srgbClr val="23384D"/>
                </a:solidFill>
                <a:latin typeface="Malgun Gothic"/>
                <a:ea typeface="Malgun Gothic"/>
                <a:cs typeface="Malgun Gothic"/>
              </a:defRPr>
            </a:lvl8pPr>
            <a:lvl9pPr algn="l">
              <a:defRPr sz="1350" b="0">
                <a:solidFill>
                  <a:srgbClr val="23384D"/>
                </a:solidFill>
                <a:latin typeface="Malgun Gothic"/>
                <a:ea typeface="Malgun Gothic"/>
                <a:cs typeface="Malgun Gothic"/>
              </a:defRPr>
            </a:lvl9pPr>
          </a:lstStyle>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2 HOST · 15 체험 · 19 회차</a:t>
            </a:r>
          </a:p>
        </p:txBody>
      </p:sp>
      <p:sp>
        <p:nvSpPr>
          <p:cNvPr id="14" name="">
            <a:extLst xmlns:a="http://schemas.openxmlformats.org/drawingml/2006/main">
              <a:ext uri="{FF2B5EF4-FFF2-40B4-BE49-F238E27FC236}">
                <a16:creationId xmlns:a16="http://schemas.microsoft.com/office/drawing/2014/main" id="{0A5811CA-3B38-4E1C-82BC-077648B17148}"/>
              </a:ext>
            </a:extLst>
          </p:cNvPr>
          <p:cNvSpPr>
            <a:spLocks xmlns:a="http://schemas.openxmlformats.org/drawingml/2006/main" noGrp="1"/>
          </p:cNvSpPr>
          <p:nvPr/>
        </p:nvSpPr>
        <p:spPr>
          <a:xfrm xmlns:a="http://schemas.openxmlformats.org/drawingml/2006/main">
            <a:off x="8210550" y="2638425"/>
            <a:ext cx="3105150" cy="304800"/>
          </a:xfrm>
          <a:prstGeom xmlns:a="http://schemas.openxmlformats.org/drawingml/2006/main" prst="roundRect">
            <a:avLst>
              <a:gd name="adj" fmla="val 50000"/>
            </a:avLst>
          </a:prstGeom>
          <a:solidFill xmlns:a="http://schemas.openxmlformats.org/drawingml/2006/main">
            <a:srgbClr val="E6F4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621C31D-B8D0-4C3B-9EF6-EB42FD93A050}"/>
              </a:ext>
            </a:extLst>
          </p:cNvPr>
          <p:cNvSpPr>
            <a:spLocks xmlns:a="http://schemas.openxmlformats.org/drawingml/2006/main" noGrp="1"/>
          </p:cNvSpPr>
          <p:nvPr/>
        </p:nvSpPr>
        <p:spPr>
          <a:xfrm xmlns:a="http://schemas.openxmlformats.org/drawingml/2006/main">
            <a:off x="8286750" y="26860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26B6B"/>
                </a:solidFill>
                <a:latin typeface="Malgun Gothic"/>
                <a:ea typeface="Malgun Gothic"/>
                <a:cs typeface="Malgun Gothic"/>
              </a:defRPr>
            </a:defPPr>
            <a:lvl1pPr algn="ctr">
              <a:defRPr sz="1050" b="1">
                <a:solidFill>
                  <a:srgbClr val="126B6B"/>
                </a:solidFill>
                <a:latin typeface="Malgun Gothic"/>
                <a:ea typeface="Malgun Gothic"/>
                <a:cs typeface="Malgun Gothic"/>
              </a:defRPr>
            </a:lvl1pPr>
            <a:lvl2pPr algn="ctr">
              <a:defRPr sz="1050" b="1">
                <a:solidFill>
                  <a:srgbClr val="126B6B"/>
                </a:solidFill>
                <a:latin typeface="Malgun Gothic"/>
                <a:ea typeface="Malgun Gothic"/>
                <a:cs typeface="Malgun Gothic"/>
              </a:defRPr>
            </a:lvl2pPr>
            <a:lvl3pPr algn="ctr">
              <a:defRPr sz="1050" b="1">
                <a:solidFill>
                  <a:srgbClr val="126B6B"/>
                </a:solidFill>
                <a:latin typeface="Malgun Gothic"/>
                <a:ea typeface="Malgun Gothic"/>
                <a:cs typeface="Malgun Gothic"/>
              </a:defRPr>
            </a:lvl3pPr>
            <a:lvl4pPr algn="ctr">
              <a:defRPr sz="1050" b="1">
                <a:solidFill>
                  <a:srgbClr val="126B6B"/>
                </a:solidFill>
                <a:latin typeface="Malgun Gothic"/>
                <a:ea typeface="Malgun Gothic"/>
                <a:cs typeface="Malgun Gothic"/>
              </a:defRPr>
            </a:lvl4pPr>
            <a:lvl5pPr algn="ctr">
              <a:defRPr sz="1050" b="1">
                <a:solidFill>
                  <a:srgbClr val="126B6B"/>
                </a:solidFill>
                <a:latin typeface="Malgun Gothic"/>
                <a:ea typeface="Malgun Gothic"/>
                <a:cs typeface="Malgun Gothic"/>
              </a:defRPr>
            </a:lvl5pPr>
            <a:lvl6pPr algn="ctr">
              <a:defRPr sz="1050" b="1">
                <a:solidFill>
                  <a:srgbClr val="126B6B"/>
                </a:solidFill>
                <a:latin typeface="Malgun Gothic"/>
                <a:ea typeface="Malgun Gothic"/>
                <a:cs typeface="Malgun Gothic"/>
              </a:defRPr>
            </a:lvl6pPr>
            <a:lvl7pPr algn="ctr">
              <a:defRPr sz="1050" b="1">
                <a:solidFill>
                  <a:srgbClr val="126B6B"/>
                </a:solidFill>
                <a:latin typeface="Malgun Gothic"/>
                <a:ea typeface="Malgun Gothic"/>
                <a:cs typeface="Malgun Gothic"/>
              </a:defRPr>
            </a:lvl7pPr>
            <a:lvl8pPr algn="ctr">
              <a:defRPr sz="1050" b="1">
                <a:solidFill>
                  <a:srgbClr val="126B6B"/>
                </a:solidFill>
                <a:latin typeface="Malgun Gothic"/>
                <a:ea typeface="Malgun Gothic"/>
                <a:cs typeface="Malgun Gothic"/>
              </a:defRPr>
            </a:lvl8pPr>
            <a:lvl9pPr algn="ctr">
              <a:defRPr sz="1050" b="1">
                <a:solidFill>
                  <a:srgbClr val="126B6B"/>
                </a:solidFill>
                <a:latin typeface="Malgun Gothic"/>
                <a:ea typeface="Malgun Gothic"/>
                <a:cs typeface="Malgun Gothic"/>
              </a:defRPr>
            </a:lvl9pPr>
          </a:lstStyle>
          <a:p xmlns:a="http://schemas.openxmlformats.org/drawingml/2006/main">
            <a:pPr algn="ctr">
              <a:defRPr sz="1050" b="1">
                <a:solidFill>
                  <a:srgbClr val="126B6B"/>
                </a:solidFill>
                <a:latin typeface="Malgun Gothic"/>
                <a:ea typeface="Malgun Gothic"/>
                <a:cs typeface="Malgun Gothic"/>
              </a:defRPr>
            </a:pPr>
            <a:r>
              <a:rPr sz="1050" b="1">
                <a:solidFill>
                  <a:srgbClr val="126B6B"/>
                </a:solidFill>
                <a:latin typeface="Malgun Gothic"/>
                <a:ea typeface="Malgun Gothic"/>
                <a:cs typeface="Malgun Gothic"/>
              </a:rPr>
              <a:t>2026-10-20 read-only 조회</a:t>
            </a:r>
          </a:p>
        </p:txBody>
      </p:sp>
      <p:sp>
        <p:nvSpPr>
          <p:cNvPr id="16" name="">
            <a:extLst xmlns:a="http://schemas.openxmlformats.org/drawingml/2006/main">
              <a:ext uri="{FF2B5EF4-FFF2-40B4-BE49-F238E27FC236}">
                <a16:creationId xmlns:a16="http://schemas.microsoft.com/office/drawing/2014/main" id="{C0910D1F-DA3F-4F35-BE23-52D51148506D}"/>
              </a:ext>
            </a:extLst>
          </p:cNvPr>
          <p:cNvSpPr>
            <a:spLocks xmlns:a="http://schemas.openxmlformats.org/drawingml/2006/main" noGrp="1"/>
          </p:cNvSpPr>
          <p:nvPr/>
        </p:nvSpPr>
        <p:spPr>
          <a:xfrm xmlns:a="http://schemas.openxmlformats.org/drawingml/2006/main">
            <a:off x="609600" y="3295650"/>
            <a:ext cx="10972800" cy="647700"/>
          </a:xfrm>
          <a:prstGeom xmlns:a="http://schemas.openxmlformats.org/drawingml/2006/main" prst="roundRect">
            <a:avLst>
              <a:gd name="adj" fmla="val 19118"/>
            </a:avLst>
          </a:prstGeom>
          <a:solidFill xmlns:a="http://schemas.openxmlformats.org/drawingml/2006/main">
            <a:srgbClr val="FFFFFF"/>
          </a:solidFill>
          <a:ln xmlns:a="http://schemas.openxmlformats.org/drawingml/2006/main" w="9525">
            <a:solidFill>
              <a:srgbClr val="DCE5EA"/>
            </a:solidFill>
            <a:prstDash val="solid"/>
          </a:ln>
        </p:spPr>
      </p:sp>
      <p:sp>
        <p:nvSpPr>
          <p:cNvPr id="17" name="">
            <a:extLst xmlns:a="http://schemas.openxmlformats.org/drawingml/2006/main">
              <a:ext uri="{FF2B5EF4-FFF2-40B4-BE49-F238E27FC236}">
                <a16:creationId xmlns:a16="http://schemas.microsoft.com/office/drawing/2014/main" id="{5E5DB3B3-84AE-4E9E-AB7A-F73EF37C5652}"/>
              </a:ext>
            </a:extLst>
          </p:cNvPr>
          <p:cNvSpPr>
            <a:spLocks xmlns:a="http://schemas.openxmlformats.org/drawingml/2006/main" noGrp="1"/>
          </p:cNvSpPr>
          <p:nvPr/>
        </p:nvSpPr>
        <p:spPr>
          <a:xfrm xmlns:a="http://schemas.openxmlformats.org/drawingml/2006/main">
            <a:off x="800100" y="346710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AI Agent</a:t>
            </a:r>
          </a:p>
        </p:txBody>
      </p:sp>
      <p:sp>
        <p:nvSpPr>
          <p:cNvPr id="18" name="">
            <a:extLst xmlns:a="http://schemas.openxmlformats.org/drawingml/2006/main">
              <a:ext uri="{FF2B5EF4-FFF2-40B4-BE49-F238E27FC236}">
                <a16:creationId xmlns:a16="http://schemas.microsoft.com/office/drawing/2014/main" id="{D3A02475-87A8-468C-9127-4FD9D6A62CF1}"/>
              </a:ext>
            </a:extLst>
          </p:cNvPr>
          <p:cNvSpPr>
            <a:spLocks xmlns:a="http://schemas.openxmlformats.org/drawingml/2006/main" noGrp="1"/>
          </p:cNvSpPr>
          <p:nvPr/>
        </p:nvSpPr>
        <p:spPr>
          <a:xfrm xmlns:a="http://schemas.openxmlformats.org/drawingml/2006/main">
            <a:off x="2647950" y="346710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3384D"/>
                </a:solidFill>
                <a:latin typeface="Malgun Gothic"/>
                <a:ea typeface="Malgun Gothic"/>
                <a:cs typeface="Malgun Gothic"/>
              </a:defRPr>
            </a:defPPr>
            <a:lvl1pPr algn="l">
              <a:defRPr sz="1350" b="0">
                <a:solidFill>
                  <a:srgbClr val="23384D"/>
                </a:solidFill>
                <a:latin typeface="Malgun Gothic"/>
                <a:ea typeface="Malgun Gothic"/>
                <a:cs typeface="Malgun Gothic"/>
              </a:defRPr>
            </a:lvl1pPr>
            <a:lvl2pPr algn="l">
              <a:defRPr sz="1350" b="0">
                <a:solidFill>
                  <a:srgbClr val="23384D"/>
                </a:solidFill>
                <a:latin typeface="Malgun Gothic"/>
                <a:ea typeface="Malgun Gothic"/>
                <a:cs typeface="Malgun Gothic"/>
              </a:defRPr>
            </a:lvl2pPr>
            <a:lvl3pPr algn="l">
              <a:defRPr sz="1350" b="0">
                <a:solidFill>
                  <a:srgbClr val="23384D"/>
                </a:solidFill>
                <a:latin typeface="Malgun Gothic"/>
                <a:ea typeface="Malgun Gothic"/>
                <a:cs typeface="Malgun Gothic"/>
              </a:defRPr>
            </a:lvl3pPr>
            <a:lvl4pPr algn="l">
              <a:defRPr sz="1350" b="0">
                <a:solidFill>
                  <a:srgbClr val="23384D"/>
                </a:solidFill>
                <a:latin typeface="Malgun Gothic"/>
                <a:ea typeface="Malgun Gothic"/>
                <a:cs typeface="Malgun Gothic"/>
              </a:defRPr>
            </a:lvl4pPr>
            <a:lvl5pPr algn="l">
              <a:defRPr sz="1350" b="0">
                <a:solidFill>
                  <a:srgbClr val="23384D"/>
                </a:solidFill>
                <a:latin typeface="Malgun Gothic"/>
                <a:ea typeface="Malgun Gothic"/>
                <a:cs typeface="Malgun Gothic"/>
              </a:defRPr>
            </a:lvl5pPr>
            <a:lvl6pPr algn="l">
              <a:defRPr sz="1350" b="0">
                <a:solidFill>
                  <a:srgbClr val="23384D"/>
                </a:solidFill>
                <a:latin typeface="Malgun Gothic"/>
                <a:ea typeface="Malgun Gothic"/>
                <a:cs typeface="Malgun Gothic"/>
              </a:defRPr>
            </a:lvl6pPr>
            <a:lvl7pPr algn="l">
              <a:defRPr sz="1350" b="0">
                <a:solidFill>
                  <a:srgbClr val="23384D"/>
                </a:solidFill>
                <a:latin typeface="Malgun Gothic"/>
                <a:ea typeface="Malgun Gothic"/>
                <a:cs typeface="Malgun Gothic"/>
              </a:defRPr>
            </a:lvl7pPr>
            <a:lvl8pPr algn="l">
              <a:defRPr sz="1350" b="0">
                <a:solidFill>
                  <a:srgbClr val="23384D"/>
                </a:solidFill>
                <a:latin typeface="Malgun Gothic"/>
                <a:ea typeface="Malgun Gothic"/>
                <a:cs typeface="Malgun Gothic"/>
              </a:defRPr>
            </a:lvl8pPr>
            <a:lvl9pPr algn="l">
              <a:defRPr sz="1350" b="0">
                <a:solidFill>
                  <a:srgbClr val="23384D"/>
                </a:solidFill>
                <a:latin typeface="Malgun Gothic"/>
                <a:ea typeface="Malgun Gothic"/>
                <a:cs typeface="Malgun Gothic"/>
              </a:defRPr>
            </a:lvl9pPr>
          </a:lstStyle>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4 도구 · JSON adapter · HOST 검토</a:t>
            </a:r>
          </a:p>
        </p:txBody>
      </p:sp>
      <p:sp>
        <p:nvSpPr>
          <p:cNvPr id="19" name="">
            <a:extLst xmlns:a="http://schemas.openxmlformats.org/drawingml/2006/main">
              <a:ext uri="{FF2B5EF4-FFF2-40B4-BE49-F238E27FC236}">
                <a16:creationId xmlns:a16="http://schemas.microsoft.com/office/drawing/2014/main" id="{024E6C26-4131-4002-B0D7-691F36756C02}"/>
              </a:ext>
            </a:extLst>
          </p:cNvPr>
          <p:cNvSpPr>
            <a:spLocks xmlns:a="http://schemas.openxmlformats.org/drawingml/2006/main" noGrp="1"/>
          </p:cNvSpPr>
          <p:nvPr/>
        </p:nvSpPr>
        <p:spPr>
          <a:xfrm xmlns:a="http://schemas.openxmlformats.org/drawingml/2006/main">
            <a:off x="8210550" y="3457575"/>
            <a:ext cx="3105150" cy="304800"/>
          </a:xfrm>
          <a:prstGeom xmlns:a="http://schemas.openxmlformats.org/drawingml/2006/main" prst="roundRect">
            <a:avLst>
              <a:gd name="adj" fmla="val 50000"/>
            </a:avLst>
          </a:prstGeom>
          <a:solidFill xmlns:a="http://schemas.openxmlformats.org/drawingml/2006/main">
            <a:srgbClr val="EAF3F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CFB7A6F-6395-4F4D-B431-5CC2D1528D98}"/>
              </a:ext>
            </a:extLst>
          </p:cNvPr>
          <p:cNvSpPr>
            <a:spLocks xmlns:a="http://schemas.openxmlformats.org/drawingml/2006/main" noGrp="1"/>
          </p:cNvSpPr>
          <p:nvPr/>
        </p:nvSpPr>
        <p:spPr>
          <a:xfrm xmlns:a="http://schemas.openxmlformats.org/drawingml/2006/main">
            <a:off x="8286750" y="35052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92C40"/>
                </a:solidFill>
                <a:latin typeface="Malgun Gothic"/>
                <a:ea typeface="Malgun Gothic"/>
                <a:cs typeface="Malgun Gothic"/>
              </a:defRPr>
            </a:defPPr>
            <a:lvl1pPr algn="ctr">
              <a:defRPr sz="1050" b="1">
                <a:solidFill>
                  <a:srgbClr val="192C40"/>
                </a:solidFill>
                <a:latin typeface="Malgun Gothic"/>
                <a:ea typeface="Malgun Gothic"/>
                <a:cs typeface="Malgun Gothic"/>
              </a:defRPr>
            </a:lvl1pPr>
            <a:lvl2pPr algn="ctr">
              <a:defRPr sz="1050" b="1">
                <a:solidFill>
                  <a:srgbClr val="192C40"/>
                </a:solidFill>
                <a:latin typeface="Malgun Gothic"/>
                <a:ea typeface="Malgun Gothic"/>
                <a:cs typeface="Malgun Gothic"/>
              </a:defRPr>
            </a:lvl2pPr>
            <a:lvl3pPr algn="ctr">
              <a:defRPr sz="1050" b="1">
                <a:solidFill>
                  <a:srgbClr val="192C40"/>
                </a:solidFill>
                <a:latin typeface="Malgun Gothic"/>
                <a:ea typeface="Malgun Gothic"/>
                <a:cs typeface="Malgun Gothic"/>
              </a:defRPr>
            </a:lvl3pPr>
            <a:lvl4pPr algn="ctr">
              <a:defRPr sz="1050" b="1">
                <a:solidFill>
                  <a:srgbClr val="192C40"/>
                </a:solidFill>
                <a:latin typeface="Malgun Gothic"/>
                <a:ea typeface="Malgun Gothic"/>
                <a:cs typeface="Malgun Gothic"/>
              </a:defRPr>
            </a:lvl4pPr>
            <a:lvl5pPr algn="ctr">
              <a:defRPr sz="1050" b="1">
                <a:solidFill>
                  <a:srgbClr val="192C40"/>
                </a:solidFill>
                <a:latin typeface="Malgun Gothic"/>
                <a:ea typeface="Malgun Gothic"/>
                <a:cs typeface="Malgun Gothic"/>
              </a:defRPr>
            </a:lvl5pPr>
            <a:lvl6pPr algn="ctr">
              <a:defRPr sz="1050" b="1">
                <a:solidFill>
                  <a:srgbClr val="192C40"/>
                </a:solidFill>
                <a:latin typeface="Malgun Gothic"/>
                <a:ea typeface="Malgun Gothic"/>
                <a:cs typeface="Malgun Gothic"/>
              </a:defRPr>
            </a:lvl6pPr>
            <a:lvl7pPr algn="ctr">
              <a:defRPr sz="1050" b="1">
                <a:solidFill>
                  <a:srgbClr val="192C40"/>
                </a:solidFill>
                <a:latin typeface="Malgun Gothic"/>
                <a:ea typeface="Malgun Gothic"/>
                <a:cs typeface="Malgun Gothic"/>
              </a:defRPr>
            </a:lvl7pPr>
            <a:lvl8pPr algn="ctr">
              <a:defRPr sz="1050" b="1">
                <a:solidFill>
                  <a:srgbClr val="192C40"/>
                </a:solidFill>
                <a:latin typeface="Malgun Gothic"/>
                <a:ea typeface="Malgun Gothic"/>
                <a:cs typeface="Malgun Gothic"/>
              </a:defRPr>
            </a:lvl8pPr>
            <a:lvl9pPr algn="ctr">
              <a:defRPr sz="1050" b="1">
                <a:solidFill>
                  <a:srgbClr val="192C40"/>
                </a:solidFill>
                <a:latin typeface="Malgun Gothic"/>
                <a:ea typeface="Malgun Gothic"/>
                <a:cs typeface="Malgun Gothic"/>
              </a:defRPr>
            </a:lvl9pPr>
          </a:lstStyle>
          <a:p xmlns:a="http://schemas.openxmlformats.org/drawingml/2006/main">
            <a:pPr algn="ctr">
              <a:defRPr sz="1050" b="1">
                <a:solidFill>
                  <a:srgbClr val="192C40"/>
                </a:solidFill>
                <a:latin typeface="Malgun Gothic"/>
                <a:ea typeface="Malgun Gothic"/>
                <a:cs typeface="Malgun Gothic"/>
              </a:defRPr>
            </a:pPr>
            <a:r>
              <a:rPr sz="1050" b="1">
                <a:solidFill>
                  <a:srgbClr val="192C40"/>
                </a:solidFill>
                <a:latin typeface="Malgun Gothic"/>
                <a:ea typeface="Malgun Gothic"/>
                <a:cs typeface="Malgun Gothic"/>
              </a:rPr>
              <a:t>코드 + 모의 테스트 16개</a:t>
            </a:r>
          </a:p>
        </p:txBody>
      </p:sp>
      <p:sp>
        <p:nvSpPr>
          <p:cNvPr id="21" name="">
            <a:extLst xmlns:a="http://schemas.openxmlformats.org/drawingml/2006/main">
              <a:ext uri="{FF2B5EF4-FFF2-40B4-BE49-F238E27FC236}">
                <a16:creationId xmlns:a16="http://schemas.microsoft.com/office/drawing/2014/main" id="{21B8830A-44B9-4FB8-A805-6E33BCAFFB5C}"/>
              </a:ext>
            </a:extLst>
          </p:cNvPr>
          <p:cNvSpPr>
            <a:spLocks xmlns:a="http://schemas.openxmlformats.org/drawingml/2006/main" noGrp="1"/>
          </p:cNvSpPr>
          <p:nvPr/>
        </p:nvSpPr>
        <p:spPr>
          <a:xfrm xmlns:a="http://schemas.openxmlformats.org/drawingml/2006/main">
            <a:off x="609600" y="4114800"/>
            <a:ext cx="10972800" cy="647700"/>
          </a:xfrm>
          <a:prstGeom xmlns:a="http://schemas.openxmlformats.org/drawingml/2006/main" prst="roundRect">
            <a:avLst>
              <a:gd name="adj" fmla="val 19118"/>
            </a:avLst>
          </a:prstGeom>
          <a:solidFill xmlns:a="http://schemas.openxmlformats.org/drawingml/2006/main">
            <a:srgbClr val="FFFFFF"/>
          </a:solidFill>
          <a:ln xmlns:a="http://schemas.openxmlformats.org/drawingml/2006/main" w="9525">
            <a:solidFill>
              <a:srgbClr val="DCE5EA"/>
            </a:solidFill>
            <a:prstDash val="solid"/>
          </a:ln>
        </p:spPr>
      </p:sp>
      <p:sp>
        <p:nvSpPr>
          <p:cNvPr id="22" name="">
            <a:extLst xmlns:a="http://schemas.openxmlformats.org/drawingml/2006/main">
              <a:ext uri="{FF2B5EF4-FFF2-40B4-BE49-F238E27FC236}">
                <a16:creationId xmlns:a16="http://schemas.microsoft.com/office/drawing/2014/main" id="{9845A728-3DDA-4D85-BB73-59A7CD9A0763}"/>
              </a:ext>
            </a:extLst>
          </p:cNvPr>
          <p:cNvSpPr>
            <a:spLocks xmlns:a="http://schemas.openxmlformats.org/drawingml/2006/main" noGrp="1"/>
          </p:cNvSpPr>
          <p:nvPr/>
        </p:nvSpPr>
        <p:spPr>
          <a:xfrm xmlns:a="http://schemas.openxmlformats.org/drawingml/2006/main">
            <a:off x="800100" y="42862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2C40"/>
                </a:solidFill>
                <a:latin typeface="Malgun Gothic"/>
                <a:ea typeface="Malgun Gothic"/>
                <a:cs typeface="Malgun Gothic"/>
              </a:defRPr>
            </a:defPPr>
            <a:lvl1pPr algn="l">
              <a:defRPr sz="1350" b="1">
                <a:solidFill>
                  <a:srgbClr val="192C40"/>
                </a:solidFill>
                <a:latin typeface="Malgun Gothic"/>
                <a:ea typeface="Malgun Gothic"/>
                <a:cs typeface="Malgun Gothic"/>
              </a:defRPr>
            </a:lvl1pPr>
            <a:lvl2pPr algn="l">
              <a:defRPr sz="1350" b="1">
                <a:solidFill>
                  <a:srgbClr val="192C40"/>
                </a:solidFill>
                <a:latin typeface="Malgun Gothic"/>
                <a:ea typeface="Malgun Gothic"/>
                <a:cs typeface="Malgun Gothic"/>
              </a:defRPr>
            </a:lvl2pPr>
            <a:lvl3pPr algn="l">
              <a:defRPr sz="1350" b="1">
                <a:solidFill>
                  <a:srgbClr val="192C40"/>
                </a:solidFill>
                <a:latin typeface="Malgun Gothic"/>
                <a:ea typeface="Malgun Gothic"/>
                <a:cs typeface="Malgun Gothic"/>
              </a:defRPr>
            </a:lvl3pPr>
            <a:lvl4pPr algn="l">
              <a:defRPr sz="1350" b="1">
                <a:solidFill>
                  <a:srgbClr val="192C40"/>
                </a:solidFill>
                <a:latin typeface="Malgun Gothic"/>
                <a:ea typeface="Malgun Gothic"/>
                <a:cs typeface="Malgun Gothic"/>
              </a:defRPr>
            </a:lvl4pPr>
            <a:lvl5pPr algn="l">
              <a:defRPr sz="1350" b="1">
                <a:solidFill>
                  <a:srgbClr val="192C40"/>
                </a:solidFill>
                <a:latin typeface="Malgun Gothic"/>
                <a:ea typeface="Malgun Gothic"/>
                <a:cs typeface="Malgun Gothic"/>
              </a:defRPr>
            </a:lvl5pPr>
            <a:lvl6pPr algn="l">
              <a:defRPr sz="1350" b="1">
                <a:solidFill>
                  <a:srgbClr val="192C40"/>
                </a:solidFill>
                <a:latin typeface="Malgun Gothic"/>
                <a:ea typeface="Malgun Gothic"/>
                <a:cs typeface="Malgun Gothic"/>
              </a:defRPr>
            </a:lvl6pPr>
            <a:lvl7pPr algn="l">
              <a:defRPr sz="1350" b="1">
                <a:solidFill>
                  <a:srgbClr val="192C40"/>
                </a:solidFill>
                <a:latin typeface="Malgun Gothic"/>
                <a:ea typeface="Malgun Gothic"/>
                <a:cs typeface="Malgun Gothic"/>
              </a:defRPr>
            </a:lvl7pPr>
            <a:lvl8pPr algn="l">
              <a:defRPr sz="1350" b="1">
                <a:solidFill>
                  <a:srgbClr val="192C40"/>
                </a:solidFill>
                <a:latin typeface="Malgun Gothic"/>
                <a:ea typeface="Malgun Gothic"/>
                <a:cs typeface="Malgun Gothic"/>
              </a:defRPr>
            </a:lvl8pPr>
            <a:lvl9pPr algn="l">
              <a:defRPr sz="1350" b="1">
                <a:solidFill>
                  <a:srgbClr val="192C40"/>
                </a:solidFill>
                <a:latin typeface="Malgun Gothic"/>
                <a:ea typeface="Malgun Gothic"/>
                <a:cs typeface="Malgun Gothic"/>
              </a:defRPr>
            </a:lvl9pPr>
          </a:lstStyle>
          <a:p xmlns:a="http://schemas.openxmlformats.org/drawingml/2006/main">
            <a:pPr algn="l">
              <a:defRPr sz="1350" b="1">
                <a:solidFill>
                  <a:srgbClr val="192C40"/>
                </a:solidFill>
                <a:latin typeface="Malgun Gothic"/>
                <a:ea typeface="Malgun Gothic"/>
                <a:cs typeface="Malgun Gothic"/>
              </a:defRPr>
            </a:pPr>
            <a:r>
              <a:rPr sz="1350" b="1">
                <a:solidFill>
                  <a:srgbClr val="192C40"/>
                </a:solidFill>
                <a:latin typeface="Malgun Gothic"/>
                <a:ea typeface="Malgun Gothic"/>
                <a:cs typeface="Malgun Gothic"/>
              </a:rPr>
              <a:t>시범 체험</a:t>
            </a:r>
          </a:p>
        </p:txBody>
      </p:sp>
      <p:sp>
        <p:nvSpPr>
          <p:cNvPr id="23" name="">
            <a:extLst xmlns:a="http://schemas.openxmlformats.org/drawingml/2006/main">
              <a:ext uri="{FF2B5EF4-FFF2-40B4-BE49-F238E27FC236}">
                <a16:creationId xmlns:a16="http://schemas.microsoft.com/office/drawing/2014/main" id="{1FEF1B4F-E40B-45A2-AD44-304EA7582869}"/>
              </a:ext>
            </a:extLst>
          </p:cNvPr>
          <p:cNvSpPr>
            <a:spLocks xmlns:a="http://schemas.openxmlformats.org/drawingml/2006/main" noGrp="1"/>
          </p:cNvSpPr>
          <p:nvPr/>
        </p:nvSpPr>
        <p:spPr>
          <a:xfrm xmlns:a="http://schemas.openxmlformats.org/drawingml/2006/main">
            <a:off x="2647950" y="428625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3384D"/>
                </a:solidFill>
                <a:latin typeface="Malgun Gothic"/>
                <a:ea typeface="Malgun Gothic"/>
                <a:cs typeface="Malgun Gothic"/>
              </a:defRPr>
            </a:defPPr>
            <a:lvl1pPr algn="l">
              <a:defRPr sz="1350" b="0">
                <a:solidFill>
                  <a:srgbClr val="23384D"/>
                </a:solidFill>
                <a:latin typeface="Malgun Gothic"/>
                <a:ea typeface="Malgun Gothic"/>
                <a:cs typeface="Malgun Gothic"/>
              </a:defRPr>
            </a:lvl1pPr>
            <a:lvl2pPr algn="l">
              <a:defRPr sz="1350" b="0">
                <a:solidFill>
                  <a:srgbClr val="23384D"/>
                </a:solidFill>
                <a:latin typeface="Malgun Gothic"/>
                <a:ea typeface="Malgun Gothic"/>
                <a:cs typeface="Malgun Gothic"/>
              </a:defRPr>
            </a:lvl2pPr>
            <a:lvl3pPr algn="l">
              <a:defRPr sz="1350" b="0">
                <a:solidFill>
                  <a:srgbClr val="23384D"/>
                </a:solidFill>
                <a:latin typeface="Malgun Gothic"/>
                <a:ea typeface="Malgun Gothic"/>
                <a:cs typeface="Malgun Gothic"/>
              </a:defRPr>
            </a:lvl3pPr>
            <a:lvl4pPr algn="l">
              <a:defRPr sz="1350" b="0">
                <a:solidFill>
                  <a:srgbClr val="23384D"/>
                </a:solidFill>
                <a:latin typeface="Malgun Gothic"/>
                <a:ea typeface="Malgun Gothic"/>
                <a:cs typeface="Malgun Gothic"/>
              </a:defRPr>
            </a:lvl4pPr>
            <a:lvl5pPr algn="l">
              <a:defRPr sz="1350" b="0">
                <a:solidFill>
                  <a:srgbClr val="23384D"/>
                </a:solidFill>
                <a:latin typeface="Malgun Gothic"/>
                <a:ea typeface="Malgun Gothic"/>
                <a:cs typeface="Malgun Gothic"/>
              </a:defRPr>
            </a:lvl5pPr>
            <a:lvl6pPr algn="l">
              <a:defRPr sz="1350" b="0">
                <a:solidFill>
                  <a:srgbClr val="23384D"/>
                </a:solidFill>
                <a:latin typeface="Malgun Gothic"/>
                <a:ea typeface="Malgun Gothic"/>
                <a:cs typeface="Malgun Gothic"/>
              </a:defRPr>
            </a:lvl6pPr>
            <a:lvl7pPr algn="l">
              <a:defRPr sz="1350" b="0">
                <a:solidFill>
                  <a:srgbClr val="23384D"/>
                </a:solidFill>
                <a:latin typeface="Malgun Gothic"/>
                <a:ea typeface="Malgun Gothic"/>
                <a:cs typeface="Malgun Gothic"/>
              </a:defRPr>
            </a:lvl7pPr>
            <a:lvl8pPr algn="l">
              <a:defRPr sz="1350" b="0">
                <a:solidFill>
                  <a:srgbClr val="23384D"/>
                </a:solidFill>
                <a:latin typeface="Malgun Gothic"/>
                <a:ea typeface="Malgun Gothic"/>
                <a:cs typeface="Malgun Gothic"/>
              </a:defRPr>
            </a:lvl8pPr>
            <a:lvl9pPr algn="l">
              <a:defRPr sz="1350" b="0">
                <a:solidFill>
                  <a:srgbClr val="23384D"/>
                </a:solidFill>
                <a:latin typeface="Malgun Gothic"/>
                <a:ea typeface="Malgun Gothic"/>
                <a:cs typeface="Malgun Gothic"/>
              </a:defRPr>
            </a:lvl9pPr>
          </a:lstStyle>
          <a:p xmlns:a="http://schemas.openxmlformats.org/drawingml/2006/main">
            <a:pPr algn="l">
              <a:defRPr sz="1350" b="0">
                <a:solidFill>
                  <a:srgbClr val="23384D"/>
                </a:solidFill>
                <a:latin typeface="Malgun Gothic"/>
                <a:ea typeface="Malgun Gothic"/>
                <a:cs typeface="Malgun Gothic"/>
              </a:defRPr>
            </a:pPr>
            <a:r>
              <a:rPr sz="1350" b="0">
                <a:solidFill>
                  <a:srgbClr val="23384D"/>
                </a:solidFill>
                <a:latin typeface="Malgun Gothic"/>
                <a:ea typeface="Malgun Gothic"/>
                <a:cs typeface="Malgun Gothic"/>
              </a:rPr>
              <a:t>서울·부산·창원 언어·친구 3건</a:t>
            </a:r>
          </a:p>
        </p:txBody>
      </p:sp>
      <p:sp>
        <p:nvSpPr>
          <p:cNvPr id="24" name="">
            <a:extLst xmlns:a="http://schemas.openxmlformats.org/drawingml/2006/main">
              <a:ext uri="{FF2B5EF4-FFF2-40B4-BE49-F238E27FC236}">
                <a16:creationId xmlns:a16="http://schemas.microsoft.com/office/drawing/2014/main" id="{6A3D8B55-CB27-49C9-A869-C4BC2621ED9E}"/>
              </a:ext>
            </a:extLst>
          </p:cNvPr>
          <p:cNvSpPr>
            <a:spLocks xmlns:a="http://schemas.openxmlformats.org/drawingml/2006/main" noGrp="1"/>
          </p:cNvSpPr>
          <p:nvPr/>
        </p:nvSpPr>
        <p:spPr>
          <a:xfrm xmlns:a="http://schemas.openxmlformats.org/drawingml/2006/main">
            <a:off x="8210550" y="4276725"/>
            <a:ext cx="3105150" cy="304800"/>
          </a:xfrm>
          <a:prstGeom xmlns:a="http://schemas.openxmlformats.org/drawingml/2006/main" prst="roundRect">
            <a:avLst>
              <a:gd name="adj" fmla="val 50000"/>
            </a:avLst>
          </a:prstGeom>
          <a:solidFill xmlns:a="http://schemas.openxmlformats.org/drawingml/2006/main">
            <a:srgbClr val="EAF3F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A0F856A-C72A-485E-9593-0884AFCE7CF6}"/>
              </a:ext>
            </a:extLst>
          </p:cNvPr>
          <p:cNvSpPr>
            <a:spLocks xmlns:a="http://schemas.openxmlformats.org/drawingml/2006/main" noGrp="1"/>
          </p:cNvSpPr>
          <p:nvPr/>
        </p:nvSpPr>
        <p:spPr>
          <a:xfrm xmlns:a="http://schemas.openxmlformats.org/drawingml/2006/main">
            <a:off x="8286750" y="43243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92C40"/>
                </a:solidFill>
                <a:latin typeface="Malgun Gothic"/>
                <a:ea typeface="Malgun Gothic"/>
                <a:cs typeface="Malgun Gothic"/>
              </a:defRPr>
            </a:defPPr>
            <a:lvl1pPr algn="ctr">
              <a:defRPr sz="1050" b="1">
                <a:solidFill>
                  <a:srgbClr val="192C40"/>
                </a:solidFill>
                <a:latin typeface="Malgun Gothic"/>
                <a:ea typeface="Malgun Gothic"/>
                <a:cs typeface="Malgun Gothic"/>
              </a:defRPr>
            </a:lvl1pPr>
            <a:lvl2pPr algn="ctr">
              <a:defRPr sz="1050" b="1">
                <a:solidFill>
                  <a:srgbClr val="192C40"/>
                </a:solidFill>
                <a:latin typeface="Malgun Gothic"/>
                <a:ea typeface="Malgun Gothic"/>
                <a:cs typeface="Malgun Gothic"/>
              </a:defRPr>
            </a:lvl2pPr>
            <a:lvl3pPr algn="ctr">
              <a:defRPr sz="1050" b="1">
                <a:solidFill>
                  <a:srgbClr val="192C40"/>
                </a:solidFill>
                <a:latin typeface="Malgun Gothic"/>
                <a:ea typeface="Malgun Gothic"/>
                <a:cs typeface="Malgun Gothic"/>
              </a:defRPr>
            </a:lvl3pPr>
            <a:lvl4pPr algn="ctr">
              <a:defRPr sz="1050" b="1">
                <a:solidFill>
                  <a:srgbClr val="192C40"/>
                </a:solidFill>
                <a:latin typeface="Malgun Gothic"/>
                <a:ea typeface="Malgun Gothic"/>
                <a:cs typeface="Malgun Gothic"/>
              </a:defRPr>
            </a:lvl4pPr>
            <a:lvl5pPr algn="ctr">
              <a:defRPr sz="1050" b="1">
                <a:solidFill>
                  <a:srgbClr val="192C40"/>
                </a:solidFill>
                <a:latin typeface="Malgun Gothic"/>
                <a:ea typeface="Malgun Gothic"/>
                <a:cs typeface="Malgun Gothic"/>
              </a:defRPr>
            </a:lvl5pPr>
            <a:lvl6pPr algn="ctr">
              <a:defRPr sz="1050" b="1">
                <a:solidFill>
                  <a:srgbClr val="192C40"/>
                </a:solidFill>
                <a:latin typeface="Malgun Gothic"/>
                <a:ea typeface="Malgun Gothic"/>
                <a:cs typeface="Malgun Gothic"/>
              </a:defRPr>
            </a:lvl6pPr>
            <a:lvl7pPr algn="ctr">
              <a:defRPr sz="1050" b="1">
                <a:solidFill>
                  <a:srgbClr val="192C40"/>
                </a:solidFill>
                <a:latin typeface="Malgun Gothic"/>
                <a:ea typeface="Malgun Gothic"/>
                <a:cs typeface="Malgun Gothic"/>
              </a:defRPr>
            </a:lvl7pPr>
            <a:lvl8pPr algn="ctr">
              <a:defRPr sz="1050" b="1">
                <a:solidFill>
                  <a:srgbClr val="192C40"/>
                </a:solidFill>
                <a:latin typeface="Malgun Gothic"/>
                <a:ea typeface="Malgun Gothic"/>
                <a:cs typeface="Malgun Gothic"/>
              </a:defRPr>
            </a:lvl8pPr>
            <a:lvl9pPr algn="ctr">
              <a:defRPr sz="1050" b="1">
                <a:solidFill>
                  <a:srgbClr val="192C40"/>
                </a:solidFill>
                <a:latin typeface="Malgun Gothic"/>
                <a:ea typeface="Malgun Gothic"/>
                <a:cs typeface="Malgun Gothic"/>
              </a:defRPr>
            </a:lvl9pPr>
          </a:lstStyle>
          <a:p xmlns:a="http://schemas.openxmlformats.org/drawingml/2006/main">
            <a:pPr algn="ctr">
              <a:defRPr sz="1050" b="1">
                <a:solidFill>
                  <a:srgbClr val="192C40"/>
                </a:solidFill>
                <a:latin typeface="Malgun Gothic"/>
                <a:ea typeface="Malgun Gothic"/>
                <a:cs typeface="Malgun Gothic"/>
              </a:defRPr>
            </a:pPr>
            <a:r>
              <a:rPr sz="1050" b="1">
                <a:solidFill>
                  <a:srgbClr val="192C40"/>
                </a:solidFill>
                <a:latin typeface="Malgun Gothic"/>
                <a:ea typeface="Malgun Gothic"/>
                <a:cs typeface="Malgun Gothic"/>
              </a:rPr>
              <a:t>Supabase 조회 + 앱 화면</a:t>
            </a:r>
          </a:p>
        </p:txBody>
      </p:sp>
      <p:sp>
        <p:nvSpPr>
          <p:cNvPr id="26" name="">
            <a:extLst xmlns:a="http://schemas.openxmlformats.org/drawingml/2006/main">
              <a:ext uri="{FF2B5EF4-FFF2-40B4-BE49-F238E27FC236}">
                <a16:creationId xmlns:a16="http://schemas.microsoft.com/office/drawing/2014/main" id="{EFE827FF-AABE-4F6B-B0AD-C931C6DF50AB}"/>
              </a:ext>
            </a:extLst>
          </p:cNvPr>
          <p:cNvSpPr>
            <a:spLocks xmlns:a="http://schemas.openxmlformats.org/drawingml/2006/main" noGrp="1"/>
          </p:cNvSpPr>
          <p:nvPr/>
        </p:nvSpPr>
        <p:spPr>
          <a:xfrm xmlns:a="http://schemas.openxmlformats.org/drawingml/2006/main">
            <a:off x="609600" y="5219700"/>
            <a:ext cx="10972800" cy="742950"/>
          </a:xfrm>
          <a:prstGeom xmlns:a="http://schemas.openxmlformats.org/drawingml/2006/main" prst="roundRect">
            <a:avLst>
              <a:gd name="adj" fmla="val 17949"/>
            </a:avLst>
          </a:prstGeom>
          <a:solidFill xmlns:a="http://schemas.openxmlformats.org/drawingml/2006/main">
            <a:srgbClr val="E6F4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8BE33F6-B39D-48A3-A5F2-8CF7B70950AF}"/>
              </a:ext>
            </a:extLst>
          </p:cNvPr>
          <p:cNvSpPr>
            <a:spLocks xmlns:a="http://schemas.openxmlformats.org/drawingml/2006/main" noGrp="1"/>
          </p:cNvSpPr>
          <p:nvPr/>
        </p:nvSpPr>
        <p:spPr>
          <a:xfrm xmlns:a="http://schemas.openxmlformats.org/drawingml/2006/main">
            <a:off x="800100" y="5391150"/>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26B6B"/>
                </a:solidFill>
                <a:latin typeface="Malgun Gothic"/>
                <a:ea typeface="Malgun Gothic"/>
                <a:cs typeface="Malgun Gothic"/>
              </a:defRPr>
            </a:defPPr>
            <a:lvl1pPr algn="ctr">
              <a:defRPr sz="1425" b="1">
                <a:solidFill>
                  <a:srgbClr val="126B6B"/>
                </a:solidFill>
                <a:latin typeface="Malgun Gothic"/>
                <a:ea typeface="Malgun Gothic"/>
                <a:cs typeface="Malgun Gothic"/>
              </a:defRPr>
            </a:lvl1pPr>
            <a:lvl2pPr algn="ctr">
              <a:defRPr sz="1425" b="1">
                <a:solidFill>
                  <a:srgbClr val="126B6B"/>
                </a:solidFill>
                <a:latin typeface="Malgun Gothic"/>
                <a:ea typeface="Malgun Gothic"/>
                <a:cs typeface="Malgun Gothic"/>
              </a:defRPr>
            </a:lvl2pPr>
            <a:lvl3pPr algn="ctr">
              <a:defRPr sz="1425" b="1">
                <a:solidFill>
                  <a:srgbClr val="126B6B"/>
                </a:solidFill>
                <a:latin typeface="Malgun Gothic"/>
                <a:ea typeface="Malgun Gothic"/>
                <a:cs typeface="Malgun Gothic"/>
              </a:defRPr>
            </a:lvl3pPr>
            <a:lvl4pPr algn="ctr">
              <a:defRPr sz="1425" b="1">
                <a:solidFill>
                  <a:srgbClr val="126B6B"/>
                </a:solidFill>
                <a:latin typeface="Malgun Gothic"/>
                <a:ea typeface="Malgun Gothic"/>
                <a:cs typeface="Malgun Gothic"/>
              </a:defRPr>
            </a:lvl4pPr>
            <a:lvl5pPr algn="ctr">
              <a:defRPr sz="1425" b="1">
                <a:solidFill>
                  <a:srgbClr val="126B6B"/>
                </a:solidFill>
                <a:latin typeface="Malgun Gothic"/>
                <a:ea typeface="Malgun Gothic"/>
                <a:cs typeface="Malgun Gothic"/>
              </a:defRPr>
            </a:lvl5pPr>
            <a:lvl6pPr algn="ctr">
              <a:defRPr sz="1425" b="1">
                <a:solidFill>
                  <a:srgbClr val="126B6B"/>
                </a:solidFill>
                <a:latin typeface="Malgun Gothic"/>
                <a:ea typeface="Malgun Gothic"/>
                <a:cs typeface="Malgun Gothic"/>
              </a:defRPr>
            </a:lvl6pPr>
            <a:lvl7pPr algn="ctr">
              <a:defRPr sz="1425" b="1">
                <a:solidFill>
                  <a:srgbClr val="126B6B"/>
                </a:solidFill>
                <a:latin typeface="Malgun Gothic"/>
                <a:ea typeface="Malgun Gothic"/>
                <a:cs typeface="Malgun Gothic"/>
              </a:defRPr>
            </a:lvl7pPr>
            <a:lvl8pPr algn="ctr">
              <a:defRPr sz="1425" b="1">
                <a:solidFill>
                  <a:srgbClr val="126B6B"/>
                </a:solidFill>
                <a:latin typeface="Malgun Gothic"/>
                <a:ea typeface="Malgun Gothic"/>
                <a:cs typeface="Malgun Gothic"/>
              </a:defRPr>
            </a:lvl8pPr>
            <a:lvl9pPr algn="ctr">
              <a:defRPr sz="1425" b="1">
                <a:solidFill>
                  <a:srgbClr val="126B6B"/>
                </a:solidFill>
                <a:latin typeface="Malgun Gothic"/>
                <a:ea typeface="Malgun Gothic"/>
                <a:cs typeface="Malgun Gothic"/>
              </a:defRPr>
            </a:lvl9pPr>
          </a:lstStyle>
          <a:p xmlns:a="http://schemas.openxmlformats.org/drawingml/2006/main">
            <a:pPr algn="ctr">
              <a:defRPr sz="1425" b="1">
                <a:solidFill>
                  <a:srgbClr val="126B6B"/>
                </a:solidFill>
                <a:latin typeface="Malgun Gothic"/>
                <a:ea typeface="Malgun Gothic"/>
                <a:cs typeface="Malgun Gothic"/>
              </a:defRPr>
            </a:pPr>
            <a:r>
              <a:rPr sz="1425" b="1">
                <a:solidFill>
                  <a:srgbClr val="126B6B"/>
                </a:solidFill>
                <a:latin typeface="Malgun Gothic"/>
                <a:ea typeface="Malgun Gothic"/>
                <a:cs typeface="Malgun Gothic"/>
              </a:rPr>
              <a:t>서비스 흐름과 구현 근거를 연결해 로컬이음의 현재 결과를 정리했습니다.</a:t>
            </a:r>
          </a:p>
        </p:txBody>
      </p:sp>
    </p:spTree>
    <p:extLst>
      <p:ext uri="{BB962C8B-B14F-4D97-AF65-F5344CB8AC3E}">
        <p14:creationId xmlns:p14="http://schemas.microsoft.com/office/powerpoint/2010/main" val="43707775"/>
      </p:ext>
    </p:extLst>
  </p:cSld>
</p:sld>
</file>

<file path=ppt/slides/slide1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E486C3A-5BF8-458B-9D5B-F2FD8853543E}"/>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LOCAL EUM · COMPLETION REPORT</a:t>
            </a:r>
          </a:p>
        </p:txBody>
      </p:sp>
      <p:sp>
        <p:nvSpPr>
          <p:cNvPr id="2" name="">
            <a:extLst xmlns:a="http://schemas.openxmlformats.org/drawingml/2006/main">
              <a:ext uri="{FF2B5EF4-FFF2-40B4-BE49-F238E27FC236}">
                <a16:creationId xmlns:a16="http://schemas.microsoft.com/office/drawing/2014/main" id="{59BACC12-4BC5-4999-A856-0A0A7DBD9850}"/>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기획한 핵심 흐름을 웹서비스로 구현했습니다</a:t>
            </a:r>
          </a:p>
        </p:txBody>
      </p:sp>
      <p:sp>
        <p:nvSpPr>
          <p:cNvPr id="3" name="">
            <a:extLst xmlns:a="http://schemas.openxmlformats.org/drawingml/2006/main">
              <a:ext uri="{FF2B5EF4-FFF2-40B4-BE49-F238E27FC236}">
                <a16:creationId xmlns:a16="http://schemas.microsoft.com/office/drawing/2014/main" id="{58F16C01-4C10-4F2B-BC39-2AB24CB8E654}"/>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6A286C-9383-4529-83F0-095896E962A5}"/>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CD197BF9-DCE5-483A-B620-16956F6E89F6}"/>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11 / 12</a:t>
            </a:r>
          </a:p>
        </p:txBody>
      </p:sp>
      <p:sp>
        <p:nvSpPr>
          <p:cNvPr id="6" name="">
            <a:extLst xmlns:a="http://schemas.openxmlformats.org/drawingml/2006/main">
              <a:ext uri="{FF2B5EF4-FFF2-40B4-BE49-F238E27FC236}">
                <a16:creationId xmlns:a16="http://schemas.microsoft.com/office/drawing/2014/main" id="{4CF7AB09-865F-4CAA-87D3-E30F63E39315}"/>
              </a:ext>
            </a:extLst>
          </p:cNvPr>
          <p:cNvSpPr>
            <a:spLocks xmlns:a="http://schemas.openxmlformats.org/drawingml/2006/main" noGrp="1"/>
          </p:cNvSpPr>
          <p:nvPr/>
        </p:nvSpPr>
        <p:spPr>
          <a:xfrm xmlns:a="http://schemas.openxmlformats.org/drawingml/2006/main">
            <a:off x="609600" y="1657350"/>
            <a:ext cx="5219700" cy="1047750"/>
          </a:xfrm>
          <a:prstGeom xmlns:a="http://schemas.openxmlformats.org/drawingml/2006/main" prst="roundRect">
            <a:avLst>
              <a:gd name="adj" fmla="val 14545"/>
            </a:avLst>
          </a:prstGeom>
          <a:solidFill xmlns:a="http://schemas.openxmlformats.org/drawingml/2006/main">
            <a:srgbClr val="E6F4F2"/>
          </a:solidFill>
          <a:ln xmlns:a="http://schemas.openxmlformats.org/drawingml/2006/main" w="9525">
            <a:solidFill>
              <a:srgbClr val="DCE5EA"/>
            </a:solidFill>
            <a:prstDash val="solid"/>
          </a:ln>
        </p:spPr>
      </p:sp>
      <p:sp>
        <p:nvSpPr>
          <p:cNvPr id="7" name="">
            <a:extLst xmlns:a="http://schemas.openxmlformats.org/drawingml/2006/main">
              <a:ext uri="{FF2B5EF4-FFF2-40B4-BE49-F238E27FC236}">
                <a16:creationId xmlns:a16="http://schemas.microsoft.com/office/drawing/2014/main" id="{283D148B-29F7-4B0E-9ED7-32D809AD05A9}"/>
              </a:ext>
            </a:extLst>
          </p:cNvPr>
          <p:cNvSpPr>
            <a:spLocks xmlns:a="http://schemas.openxmlformats.org/drawingml/2006/main" noGrp="1"/>
          </p:cNvSpPr>
          <p:nvPr/>
        </p:nvSpPr>
        <p:spPr>
          <a:xfrm xmlns:a="http://schemas.openxmlformats.org/drawingml/2006/main">
            <a:off x="609600" y="1657350"/>
            <a:ext cx="66675" cy="1047750"/>
          </a:xfrm>
          <a:prstGeom xmlns:a="http://schemas.openxmlformats.org/drawingml/2006/main" prst="roundRect">
            <a:avLst>
              <a:gd name="adj" fmla="val 42857"/>
            </a:avLst>
          </a:prstGeom>
          <a:solidFill xmlns:a="http://schemas.openxmlformats.org/drawingml/2006/main">
            <a:srgbClr val="129B9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54256A-26C2-4FE9-B1BD-AB673FEF9330}"/>
              </a:ext>
            </a:extLst>
          </p:cNvPr>
          <p:cNvSpPr>
            <a:spLocks xmlns:a="http://schemas.openxmlformats.org/drawingml/2006/main" noGrp="1"/>
          </p:cNvSpPr>
          <p:nvPr/>
        </p:nvSpPr>
        <p:spPr>
          <a:xfrm xmlns:a="http://schemas.openxmlformats.org/drawingml/2006/main">
            <a:off x="819150" y="18288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체험 탐색</a:t>
            </a:r>
          </a:p>
        </p:txBody>
      </p:sp>
      <p:sp>
        <p:nvSpPr>
          <p:cNvPr id="9" name="">
            <a:extLst xmlns:a="http://schemas.openxmlformats.org/drawingml/2006/main">
              <a:ext uri="{FF2B5EF4-FFF2-40B4-BE49-F238E27FC236}">
                <a16:creationId xmlns:a16="http://schemas.microsoft.com/office/drawing/2014/main" id="{D5883920-34A9-445E-BCB8-66FC86096226}"/>
              </a:ext>
            </a:extLst>
          </p:cNvPr>
          <p:cNvSpPr>
            <a:spLocks xmlns:a="http://schemas.openxmlformats.org/drawingml/2006/main" noGrp="1"/>
          </p:cNvSpPr>
          <p:nvPr/>
        </p:nvSpPr>
        <p:spPr>
          <a:xfrm xmlns:a="http://schemas.openxmlformats.org/drawingml/2006/main">
            <a:off x="819150" y="2162175"/>
            <a:ext cx="480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지역·관심 분야별 목록과 상세·회차 확인 화면</a:t>
            </a:r>
          </a:p>
        </p:txBody>
      </p:sp>
      <p:sp>
        <p:nvSpPr>
          <p:cNvPr id="10" name="">
            <a:extLst xmlns:a="http://schemas.openxmlformats.org/drawingml/2006/main">
              <a:ext uri="{FF2B5EF4-FFF2-40B4-BE49-F238E27FC236}">
                <a16:creationId xmlns:a16="http://schemas.microsoft.com/office/drawing/2014/main" id="{3F94BFBA-8D10-4123-8B3C-439E7D2477E1}"/>
              </a:ext>
            </a:extLst>
          </p:cNvPr>
          <p:cNvSpPr>
            <a:spLocks xmlns:a="http://schemas.openxmlformats.org/drawingml/2006/main" noGrp="1"/>
          </p:cNvSpPr>
          <p:nvPr/>
        </p:nvSpPr>
        <p:spPr>
          <a:xfrm xmlns:a="http://schemas.openxmlformats.org/drawingml/2006/main">
            <a:off x="6096000" y="1657350"/>
            <a:ext cx="52197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CE5EA"/>
            </a:solidFill>
            <a:prstDash val="solid"/>
          </a:ln>
        </p:spPr>
      </p:sp>
      <p:sp>
        <p:nvSpPr>
          <p:cNvPr id="11" name="">
            <a:extLst xmlns:a="http://schemas.openxmlformats.org/drawingml/2006/main">
              <a:ext uri="{FF2B5EF4-FFF2-40B4-BE49-F238E27FC236}">
                <a16:creationId xmlns:a16="http://schemas.microsoft.com/office/drawing/2014/main" id="{EA1C0044-95EC-40E9-8D15-72999193C48B}"/>
              </a:ext>
            </a:extLst>
          </p:cNvPr>
          <p:cNvSpPr>
            <a:spLocks xmlns:a="http://schemas.openxmlformats.org/drawingml/2006/main" noGrp="1"/>
          </p:cNvSpPr>
          <p:nvPr/>
        </p:nvSpPr>
        <p:spPr>
          <a:xfrm xmlns:a="http://schemas.openxmlformats.org/drawingml/2006/main">
            <a:off x="6096000" y="1657350"/>
            <a:ext cx="66675" cy="104775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07E058A-D2BC-4B27-97B5-4897001A8E27}"/>
              </a:ext>
            </a:extLst>
          </p:cNvPr>
          <p:cNvSpPr>
            <a:spLocks xmlns:a="http://schemas.openxmlformats.org/drawingml/2006/main" noGrp="1"/>
          </p:cNvSpPr>
          <p:nvPr/>
        </p:nvSpPr>
        <p:spPr>
          <a:xfrm xmlns:a="http://schemas.openxmlformats.org/drawingml/2006/main">
            <a:off x="6305550" y="18288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참가 신청</a:t>
            </a:r>
          </a:p>
        </p:txBody>
      </p:sp>
      <p:sp>
        <p:nvSpPr>
          <p:cNvPr id="13" name="">
            <a:extLst xmlns:a="http://schemas.openxmlformats.org/drawingml/2006/main">
              <a:ext uri="{FF2B5EF4-FFF2-40B4-BE49-F238E27FC236}">
                <a16:creationId xmlns:a16="http://schemas.microsoft.com/office/drawing/2014/main" id="{852488F4-EA10-413D-A942-DE5698965418}"/>
              </a:ext>
            </a:extLst>
          </p:cNvPr>
          <p:cNvSpPr>
            <a:spLocks xmlns:a="http://schemas.openxmlformats.org/drawingml/2006/main" noGrp="1"/>
          </p:cNvSpPr>
          <p:nvPr/>
        </p:nvSpPr>
        <p:spPr>
          <a:xfrm xmlns:a="http://schemas.openxmlformats.org/drawingml/2006/main">
            <a:off x="6305550" y="2162175"/>
            <a:ext cx="480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Supabase 기반 신청 접수와 접수 정보 표시</a:t>
            </a:r>
          </a:p>
        </p:txBody>
      </p:sp>
      <p:sp>
        <p:nvSpPr>
          <p:cNvPr id="14" name="">
            <a:extLst xmlns:a="http://schemas.openxmlformats.org/drawingml/2006/main">
              <a:ext uri="{FF2B5EF4-FFF2-40B4-BE49-F238E27FC236}">
                <a16:creationId xmlns:a16="http://schemas.microsoft.com/office/drawing/2014/main" id="{74AD0C73-B291-446C-8968-E221E2BC5AFF}"/>
              </a:ext>
            </a:extLst>
          </p:cNvPr>
          <p:cNvSpPr>
            <a:spLocks xmlns:a="http://schemas.openxmlformats.org/drawingml/2006/main" noGrp="1"/>
          </p:cNvSpPr>
          <p:nvPr/>
        </p:nvSpPr>
        <p:spPr>
          <a:xfrm xmlns:a="http://schemas.openxmlformats.org/drawingml/2006/main">
            <a:off x="609600" y="2914650"/>
            <a:ext cx="52197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CE5EA"/>
            </a:solidFill>
            <a:prstDash val="solid"/>
          </a:ln>
        </p:spPr>
      </p:sp>
      <p:sp>
        <p:nvSpPr>
          <p:cNvPr id="15" name="">
            <a:extLst xmlns:a="http://schemas.openxmlformats.org/drawingml/2006/main">
              <a:ext uri="{FF2B5EF4-FFF2-40B4-BE49-F238E27FC236}">
                <a16:creationId xmlns:a16="http://schemas.microsoft.com/office/drawing/2014/main" id="{EE9B99EE-9721-48AE-B267-8A83C4661BA0}"/>
              </a:ext>
            </a:extLst>
          </p:cNvPr>
          <p:cNvSpPr>
            <a:spLocks xmlns:a="http://schemas.openxmlformats.org/drawingml/2006/main" noGrp="1"/>
          </p:cNvSpPr>
          <p:nvPr/>
        </p:nvSpPr>
        <p:spPr>
          <a:xfrm xmlns:a="http://schemas.openxmlformats.org/drawingml/2006/main">
            <a:off x="609600" y="2914650"/>
            <a:ext cx="66675" cy="104775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514B8A7-4C83-4EA9-90BA-6C5BC3E15893}"/>
              </a:ext>
            </a:extLst>
          </p:cNvPr>
          <p:cNvSpPr>
            <a:spLocks xmlns:a="http://schemas.openxmlformats.org/drawingml/2006/main" noGrp="1"/>
          </p:cNvSpPr>
          <p:nvPr/>
        </p:nvSpPr>
        <p:spPr>
          <a:xfrm xmlns:a="http://schemas.openxmlformats.org/drawingml/2006/main">
            <a:off x="819150" y="30861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호스트 운영</a:t>
            </a:r>
          </a:p>
        </p:txBody>
      </p:sp>
      <p:sp>
        <p:nvSpPr>
          <p:cNvPr id="17" name="">
            <a:extLst xmlns:a="http://schemas.openxmlformats.org/drawingml/2006/main">
              <a:ext uri="{FF2B5EF4-FFF2-40B4-BE49-F238E27FC236}">
                <a16:creationId xmlns:a16="http://schemas.microsoft.com/office/drawing/2014/main" id="{E3E6825A-941D-4C03-A4AA-633269E7EC10}"/>
              </a:ext>
            </a:extLst>
          </p:cNvPr>
          <p:cNvSpPr>
            <a:spLocks xmlns:a="http://schemas.openxmlformats.org/drawingml/2006/main" noGrp="1"/>
          </p:cNvSpPr>
          <p:nvPr/>
        </p:nvSpPr>
        <p:spPr>
          <a:xfrm xmlns:a="http://schemas.openxmlformats.org/drawingml/2006/main">
            <a:off x="819150" y="3419475"/>
            <a:ext cx="480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프로필·프로그램·회차·신청자 관리 화면</a:t>
            </a:r>
          </a:p>
        </p:txBody>
      </p:sp>
      <p:sp>
        <p:nvSpPr>
          <p:cNvPr id="18" name="">
            <a:extLst xmlns:a="http://schemas.openxmlformats.org/drawingml/2006/main">
              <a:ext uri="{FF2B5EF4-FFF2-40B4-BE49-F238E27FC236}">
                <a16:creationId xmlns:a16="http://schemas.microsoft.com/office/drawing/2014/main" id="{C0302B1A-3F83-4F49-BA9A-8EE4FD86C735}"/>
              </a:ext>
            </a:extLst>
          </p:cNvPr>
          <p:cNvSpPr>
            <a:spLocks xmlns:a="http://schemas.openxmlformats.org/drawingml/2006/main" noGrp="1"/>
          </p:cNvSpPr>
          <p:nvPr/>
        </p:nvSpPr>
        <p:spPr>
          <a:xfrm xmlns:a="http://schemas.openxmlformats.org/drawingml/2006/main">
            <a:off x="6096000" y="2914650"/>
            <a:ext cx="52197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CE5EA"/>
            </a:solidFill>
            <a:prstDash val="solid"/>
          </a:ln>
        </p:spPr>
      </p:sp>
      <p:sp>
        <p:nvSpPr>
          <p:cNvPr id="19" name="">
            <a:extLst xmlns:a="http://schemas.openxmlformats.org/drawingml/2006/main">
              <a:ext uri="{FF2B5EF4-FFF2-40B4-BE49-F238E27FC236}">
                <a16:creationId xmlns:a16="http://schemas.microsoft.com/office/drawing/2014/main" id="{F6DD6494-8C4C-48FA-B40C-3F4529CC6589}"/>
              </a:ext>
            </a:extLst>
          </p:cNvPr>
          <p:cNvSpPr>
            <a:spLocks xmlns:a="http://schemas.openxmlformats.org/drawingml/2006/main" noGrp="1"/>
          </p:cNvSpPr>
          <p:nvPr/>
        </p:nvSpPr>
        <p:spPr>
          <a:xfrm xmlns:a="http://schemas.openxmlformats.org/drawingml/2006/main">
            <a:off x="6096000" y="2914650"/>
            <a:ext cx="66675" cy="104775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896454C-C68E-46CE-B1DA-03D90B2E80EE}"/>
              </a:ext>
            </a:extLst>
          </p:cNvPr>
          <p:cNvSpPr>
            <a:spLocks xmlns:a="http://schemas.openxmlformats.org/drawingml/2006/main" noGrp="1"/>
          </p:cNvSpPr>
          <p:nvPr/>
        </p:nvSpPr>
        <p:spPr>
          <a:xfrm xmlns:a="http://schemas.openxmlformats.org/drawingml/2006/main">
            <a:off x="6305550" y="30861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데이터·권한</a:t>
            </a:r>
          </a:p>
        </p:txBody>
      </p:sp>
      <p:sp>
        <p:nvSpPr>
          <p:cNvPr id="21" name="">
            <a:extLst xmlns:a="http://schemas.openxmlformats.org/drawingml/2006/main">
              <a:ext uri="{FF2B5EF4-FFF2-40B4-BE49-F238E27FC236}">
                <a16:creationId xmlns:a16="http://schemas.microsoft.com/office/drawing/2014/main" id="{6695576D-91B7-4F21-B640-8AD8682F0E78}"/>
              </a:ext>
            </a:extLst>
          </p:cNvPr>
          <p:cNvSpPr>
            <a:spLocks xmlns:a="http://schemas.openxmlformats.org/drawingml/2006/main" noGrp="1"/>
          </p:cNvSpPr>
          <p:nvPr/>
        </p:nvSpPr>
        <p:spPr>
          <a:xfrm xmlns:a="http://schemas.openxmlformats.org/drawingml/2006/main">
            <a:off x="6305550" y="3419475"/>
            <a:ext cx="480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Supabase PostgreSQL, Auth, RLS, Storage 연결</a:t>
            </a:r>
          </a:p>
        </p:txBody>
      </p:sp>
      <p:sp>
        <p:nvSpPr>
          <p:cNvPr id="22" name="">
            <a:extLst xmlns:a="http://schemas.openxmlformats.org/drawingml/2006/main">
              <a:ext uri="{FF2B5EF4-FFF2-40B4-BE49-F238E27FC236}">
                <a16:creationId xmlns:a16="http://schemas.microsoft.com/office/drawing/2014/main" id="{327B9717-BC75-42F9-B430-3B5F18EC26A9}"/>
              </a:ext>
            </a:extLst>
          </p:cNvPr>
          <p:cNvSpPr>
            <a:spLocks xmlns:a="http://schemas.openxmlformats.org/drawingml/2006/main" noGrp="1"/>
          </p:cNvSpPr>
          <p:nvPr/>
        </p:nvSpPr>
        <p:spPr>
          <a:xfrm xmlns:a="http://schemas.openxmlformats.org/drawingml/2006/main">
            <a:off x="609600" y="4171950"/>
            <a:ext cx="52197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CE5EA"/>
            </a:solidFill>
            <a:prstDash val="solid"/>
          </a:ln>
        </p:spPr>
      </p:sp>
      <p:sp>
        <p:nvSpPr>
          <p:cNvPr id="23" name="">
            <a:extLst xmlns:a="http://schemas.openxmlformats.org/drawingml/2006/main">
              <a:ext uri="{FF2B5EF4-FFF2-40B4-BE49-F238E27FC236}">
                <a16:creationId xmlns:a16="http://schemas.microsoft.com/office/drawing/2014/main" id="{C236A590-C9C4-4E52-8B64-74734ECD56CB}"/>
              </a:ext>
            </a:extLst>
          </p:cNvPr>
          <p:cNvSpPr>
            <a:spLocks xmlns:a="http://schemas.openxmlformats.org/drawingml/2006/main" noGrp="1"/>
          </p:cNvSpPr>
          <p:nvPr/>
        </p:nvSpPr>
        <p:spPr>
          <a:xfrm xmlns:a="http://schemas.openxmlformats.org/drawingml/2006/main">
            <a:off x="609600" y="4171950"/>
            <a:ext cx="66675" cy="1047750"/>
          </a:xfrm>
          <a:prstGeom xmlns:a="http://schemas.openxmlformats.org/drawingml/2006/main" prst="roundRect">
            <a:avLst>
              <a:gd name="adj" fmla="val 42857"/>
            </a:avLst>
          </a:prstGeom>
          <a:solidFill xmlns:a="http://schemas.openxmlformats.org/drawingml/2006/main">
            <a:srgbClr val="2E78B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DE0922F-DBDB-45B4-B76F-E7F30332878E}"/>
              </a:ext>
            </a:extLst>
          </p:cNvPr>
          <p:cNvSpPr>
            <a:spLocks xmlns:a="http://schemas.openxmlformats.org/drawingml/2006/main" noGrp="1"/>
          </p:cNvSpPr>
          <p:nvPr/>
        </p:nvSpPr>
        <p:spPr>
          <a:xfrm xmlns:a="http://schemas.openxmlformats.org/drawingml/2006/main">
            <a:off x="819150" y="43434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다국어·장소</a:t>
            </a:r>
          </a:p>
        </p:txBody>
      </p:sp>
      <p:sp>
        <p:nvSpPr>
          <p:cNvPr id="25" name="">
            <a:extLst xmlns:a="http://schemas.openxmlformats.org/drawingml/2006/main">
              <a:ext uri="{FF2B5EF4-FFF2-40B4-BE49-F238E27FC236}">
                <a16:creationId xmlns:a16="http://schemas.microsoft.com/office/drawing/2014/main" id="{E5BEC730-9840-4CF9-B8E2-6C308223A136}"/>
              </a:ext>
            </a:extLst>
          </p:cNvPr>
          <p:cNvSpPr>
            <a:spLocks xmlns:a="http://schemas.openxmlformats.org/drawingml/2006/main" noGrp="1"/>
          </p:cNvSpPr>
          <p:nvPr/>
        </p:nvSpPr>
        <p:spPr>
          <a:xfrm xmlns:a="http://schemas.openxmlformats.org/drawingml/2006/main">
            <a:off x="819150" y="4676775"/>
            <a:ext cx="480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한국어·영어·일본어 화면과 Kakao 주소 검색</a:t>
            </a:r>
          </a:p>
        </p:txBody>
      </p:sp>
      <p:sp>
        <p:nvSpPr>
          <p:cNvPr id="26" name="">
            <a:extLst xmlns:a="http://schemas.openxmlformats.org/drawingml/2006/main">
              <a:ext uri="{FF2B5EF4-FFF2-40B4-BE49-F238E27FC236}">
                <a16:creationId xmlns:a16="http://schemas.microsoft.com/office/drawing/2014/main" id="{629027D0-AEB8-4CD8-BE12-C682CFC161E5}"/>
              </a:ext>
            </a:extLst>
          </p:cNvPr>
          <p:cNvSpPr>
            <a:spLocks xmlns:a="http://schemas.openxmlformats.org/drawingml/2006/main" noGrp="1"/>
          </p:cNvSpPr>
          <p:nvPr/>
        </p:nvSpPr>
        <p:spPr>
          <a:xfrm xmlns:a="http://schemas.openxmlformats.org/drawingml/2006/main">
            <a:off x="6096000" y="4171950"/>
            <a:ext cx="5219700" cy="1047750"/>
          </a:xfrm>
          <a:prstGeom xmlns:a="http://schemas.openxmlformats.org/drawingml/2006/main" prst="roundRect">
            <a:avLst>
              <a:gd name="adj" fmla="val 14545"/>
            </a:avLst>
          </a:prstGeom>
          <a:solidFill xmlns:a="http://schemas.openxmlformats.org/drawingml/2006/main">
            <a:srgbClr val="E6F4F2"/>
          </a:solidFill>
          <a:ln xmlns:a="http://schemas.openxmlformats.org/drawingml/2006/main" w="9525">
            <a:solidFill>
              <a:srgbClr val="DCE5EA"/>
            </a:solidFill>
            <a:prstDash val="solid"/>
          </a:ln>
        </p:spPr>
      </p:sp>
      <p:sp>
        <p:nvSpPr>
          <p:cNvPr id="27" name="">
            <a:extLst xmlns:a="http://schemas.openxmlformats.org/drawingml/2006/main">
              <a:ext uri="{FF2B5EF4-FFF2-40B4-BE49-F238E27FC236}">
                <a16:creationId xmlns:a16="http://schemas.microsoft.com/office/drawing/2014/main" id="{36E9089A-D857-4282-8D22-CD830CD25C00}"/>
              </a:ext>
            </a:extLst>
          </p:cNvPr>
          <p:cNvSpPr>
            <a:spLocks xmlns:a="http://schemas.openxmlformats.org/drawingml/2006/main" noGrp="1"/>
          </p:cNvSpPr>
          <p:nvPr/>
        </p:nvSpPr>
        <p:spPr>
          <a:xfrm xmlns:a="http://schemas.openxmlformats.org/drawingml/2006/main">
            <a:off x="6096000" y="4171950"/>
            <a:ext cx="66675" cy="1047750"/>
          </a:xfrm>
          <a:prstGeom xmlns:a="http://schemas.openxmlformats.org/drawingml/2006/main" prst="roundRect">
            <a:avLst>
              <a:gd name="adj" fmla="val 42857"/>
            </a:avLst>
          </a:prstGeom>
          <a:solidFill xmlns:a="http://schemas.openxmlformats.org/drawingml/2006/main">
            <a:srgbClr val="129B9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A4BAE88-E0CD-4D49-A36A-314B894D09E6}"/>
              </a:ext>
            </a:extLst>
          </p:cNvPr>
          <p:cNvSpPr>
            <a:spLocks xmlns:a="http://schemas.openxmlformats.org/drawingml/2006/main" noGrp="1"/>
          </p:cNvSpPr>
          <p:nvPr/>
        </p:nvSpPr>
        <p:spPr>
          <a:xfrm xmlns:a="http://schemas.openxmlformats.org/drawingml/2006/main">
            <a:off x="6305550" y="43434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92C40"/>
                </a:solidFill>
                <a:latin typeface="Malgun Gothic"/>
                <a:ea typeface="Malgun Gothic"/>
                <a:cs typeface="Malgun Gothic"/>
              </a:defRPr>
            </a:defPPr>
            <a:lvl1pPr algn="l">
              <a:defRPr sz="1575" b="1">
                <a:solidFill>
                  <a:srgbClr val="192C40"/>
                </a:solidFill>
                <a:latin typeface="Malgun Gothic"/>
                <a:ea typeface="Malgun Gothic"/>
                <a:cs typeface="Malgun Gothic"/>
              </a:defRPr>
            </a:lvl1pPr>
            <a:lvl2pPr algn="l">
              <a:defRPr sz="1575" b="1">
                <a:solidFill>
                  <a:srgbClr val="192C40"/>
                </a:solidFill>
                <a:latin typeface="Malgun Gothic"/>
                <a:ea typeface="Malgun Gothic"/>
                <a:cs typeface="Malgun Gothic"/>
              </a:defRPr>
            </a:lvl2pPr>
            <a:lvl3pPr algn="l">
              <a:defRPr sz="1575" b="1">
                <a:solidFill>
                  <a:srgbClr val="192C40"/>
                </a:solidFill>
                <a:latin typeface="Malgun Gothic"/>
                <a:ea typeface="Malgun Gothic"/>
                <a:cs typeface="Malgun Gothic"/>
              </a:defRPr>
            </a:lvl3pPr>
            <a:lvl4pPr algn="l">
              <a:defRPr sz="1575" b="1">
                <a:solidFill>
                  <a:srgbClr val="192C40"/>
                </a:solidFill>
                <a:latin typeface="Malgun Gothic"/>
                <a:ea typeface="Malgun Gothic"/>
                <a:cs typeface="Malgun Gothic"/>
              </a:defRPr>
            </a:lvl4pPr>
            <a:lvl5pPr algn="l">
              <a:defRPr sz="1575" b="1">
                <a:solidFill>
                  <a:srgbClr val="192C40"/>
                </a:solidFill>
                <a:latin typeface="Malgun Gothic"/>
                <a:ea typeface="Malgun Gothic"/>
                <a:cs typeface="Malgun Gothic"/>
              </a:defRPr>
            </a:lvl5pPr>
            <a:lvl6pPr algn="l">
              <a:defRPr sz="1575" b="1">
                <a:solidFill>
                  <a:srgbClr val="192C40"/>
                </a:solidFill>
                <a:latin typeface="Malgun Gothic"/>
                <a:ea typeface="Malgun Gothic"/>
                <a:cs typeface="Malgun Gothic"/>
              </a:defRPr>
            </a:lvl6pPr>
            <a:lvl7pPr algn="l">
              <a:defRPr sz="1575" b="1">
                <a:solidFill>
                  <a:srgbClr val="192C40"/>
                </a:solidFill>
                <a:latin typeface="Malgun Gothic"/>
                <a:ea typeface="Malgun Gothic"/>
                <a:cs typeface="Malgun Gothic"/>
              </a:defRPr>
            </a:lvl7pPr>
            <a:lvl8pPr algn="l">
              <a:defRPr sz="1575" b="1">
                <a:solidFill>
                  <a:srgbClr val="192C40"/>
                </a:solidFill>
                <a:latin typeface="Malgun Gothic"/>
                <a:ea typeface="Malgun Gothic"/>
                <a:cs typeface="Malgun Gothic"/>
              </a:defRPr>
            </a:lvl8pPr>
            <a:lvl9pPr algn="l">
              <a:defRPr sz="1575" b="1">
                <a:solidFill>
                  <a:srgbClr val="192C40"/>
                </a:solidFill>
                <a:latin typeface="Malgun Gothic"/>
                <a:ea typeface="Malgun Gothic"/>
                <a:cs typeface="Malgun Gothic"/>
              </a:defRPr>
            </a:lvl9pPr>
          </a:lstStyle>
          <a:p xmlns:a="http://schemas.openxmlformats.org/drawingml/2006/main">
            <a:pPr algn="l">
              <a:defRPr sz="1575" b="1">
                <a:solidFill>
                  <a:srgbClr val="192C40"/>
                </a:solidFill>
                <a:latin typeface="Malgun Gothic"/>
                <a:ea typeface="Malgun Gothic"/>
                <a:cs typeface="Malgun Gothic"/>
              </a:defRPr>
            </a:pPr>
            <a:r>
              <a:rPr sz="1575" b="1">
                <a:solidFill>
                  <a:srgbClr val="192C40"/>
                </a:solidFill>
                <a:latin typeface="Malgun Gothic"/>
                <a:ea typeface="Malgun Gothic"/>
                <a:cs typeface="Malgun Gothic"/>
              </a:rPr>
              <a:t>AI 기획 지원</a:t>
            </a:r>
          </a:p>
        </p:txBody>
      </p:sp>
      <p:sp>
        <p:nvSpPr>
          <p:cNvPr id="29" name="">
            <a:extLst xmlns:a="http://schemas.openxmlformats.org/drawingml/2006/main">
              <a:ext uri="{FF2B5EF4-FFF2-40B4-BE49-F238E27FC236}">
                <a16:creationId xmlns:a16="http://schemas.microsoft.com/office/drawing/2014/main" id="{71F2BDD4-E805-477C-BF7C-ECDE52B44AC9}"/>
              </a:ext>
            </a:extLst>
          </p:cNvPr>
          <p:cNvSpPr>
            <a:spLocks xmlns:a="http://schemas.openxmlformats.org/drawingml/2006/main" noGrp="1"/>
          </p:cNvSpPr>
          <p:nvPr/>
        </p:nvSpPr>
        <p:spPr>
          <a:xfrm xmlns:a="http://schemas.openxmlformats.org/drawingml/2006/main">
            <a:off x="6305550" y="4676775"/>
            <a:ext cx="4800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2768A"/>
                </a:solidFill>
                <a:latin typeface="Malgun Gothic"/>
                <a:ea typeface="Malgun Gothic"/>
                <a:cs typeface="Malgun Gothic"/>
              </a:defRPr>
            </a:defPPr>
            <a:lvl1pPr algn="l">
              <a:defRPr sz="1200" b="0">
                <a:solidFill>
                  <a:srgbClr val="62768A"/>
                </a:solidFill>
                <a:latin typeface="Malgun Gothic"/>
                <a:ea typeface="Malgun Gothic"/>
                <a:cs typeface="Malgun Gothic"/>
              </a:defRPr>
            </a:lvl1pPr>
            <a:lvl2pPr algn="l">
              <a:defRPr sz="1200" b="0">
                <a:solidFill>
                  <a:srgbClr val="62768A"/>
                </a:solidFill>
                <a:latin typeface="Malgun Gothic"/>
                <a:ea typeface="Malgun Gothic"/>
                <a:cs typeface="Malgun Gothic"/>
              </a:defRPr>
            </a:lvl2pPr>
            <a:lvl3pPr algn="l">
              <a:defRPr sz="1200" b="0">
                <a:solidFill>
                  <a:srgbClr val="62768A"/>
                </a:solidFill>
                <a:latin typeface="Malgun Gothic"/>
                <a:ea typeface="Malgun Gothic"/>
                <a:cs typeface="Malgun Gothic"/>
              </a:defRPr>
            </a:lvl3pPr>
            <a:lvl4pPr algn="l">
              <a:defRPr sz="1200" b="0">
                <a:solidFill>
                  <a:srgbClr val="62768A"/>
                </a:solidFill>
                <a:latin typeface="Malgun Gothic"/>
                <a:ea typeface="Malgun Gothic"/>
                <a:cs typeface="Malgun Gothic"/>
              </a:defRPr>
            </a:lvl4pPr>
            <a:lvl5pPr algn="l">
              <a:defRPr sz="1200" b="0">
                <a:solidFill>
                  <a:srgbClr val="62768A"/>
                </a:solidFill>
                <a:latin typeface="Malgun Gothic"/>
                <a:ea typeface="Malgun Gothic"/>
                <a:cs typeface="Malgun Gothic"/>
              </a:defRPr>
            </a:lvl5pPr>
            <a:lvl6pPr algn="l">
              <a:defRPr sz="1200" b="0">
                <a:solidFill>
                  <a:srgbClr val="62768A"/>
                </a:solidFill>
                <a:latin typeface="Malgun Gothic"/>
                <a:ea typeface="Malgun Gothic"/>
                <a:cs typeface="Malgun Gothic"/>
              </a:defRPr>
            </a:lvl6pPr>
            <a:lvl7pPr algn="l">
              <a:defRPr sz="1200" b="0">
                <a:solidFill>
                  <a:srgbClr val="62768A"/>
                </a:solidFill>
                <a:latin typeface="Malgun Gothic"/>
                <a:ea typeface="Malgun Gothic"/>
                <a:cs typeface="Malgun Gothic"/>
              </a:defRPr>
            </a:lvl7pPr>
            <a:lvl8pPr algn="l">
              <a:defRPr sz="1200" b="0">
                <a:solidFill>
                  <a:srgbClr val="62768A"/>
                </a:solidFill>
                <a:latin typeface="Malgun Gothic"/>
                <a:ea typeface="Malgun Gothic"/>
                <a:cs typeface="Malgun Gothic"/>
              </a:defRPr>
            </a:lvl8pPr>
            <a:lvl9pPr algn="l">
              <a:defRPr sz="1200" b="0">
                <a:solidFill>
                  <a:srgbClr val="62768A"/>
                </a:solidFill>
                <a:latin typeface="Malgun Gothic"/>
                <a:ea typeface="Malgun Gothic"/>
                <a:cs typeface="Malgun Gothic"/>
              </a:defRPr>
            </a:lvl9pPr>
          </a:lstStyle>
          <a:p xmlns:a="http://schemas.openxmlformats.org/drawingml/2006/main">
            <a:pPr algn="l">
              <a:lnSpc>
                <a:spcPct val="115000"/>
              </a:lnSpc>
              <a:buNone/>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지역·체험 분석 제안과 HOST 검토·편집 흐름</a:t>
            </a:r>
          </a:p>
        </p:txBody>
      </p:sp>
      <p:sp>
        <p:nvSpPr>
          <p:cNvPr id="30" name="">
            <a:extLst xmlns:a="http://schemas.openxmlformats.org/drawingml/2006/main">
              <a:ext uri="{FF2B5EF4-FFF2-40B4-BE49-F238E27FC236}">
                <a16:creationId xmlns:a16="http://schemas.microsoft.com/office/drawing/2014/main" id="{471200A9-AC6A-4DD8-A6F8-114B06DE3CE7}"/>
              </a:ext>
            </a:extLst>
          </p:cNvPr>
          <p:cNvSpPr>
            <a:spLocks xmlns:a="http://schemas.openxmlformats.org/drawingml/2006/main" noGrp="1"/>
          </p:cNvSpPr>
          <p:nvPr/>
        </p:nvSpPr>
        <p:spPr>
          <a:xfrm xmlns:a="http://schemas.openxmlformats.org/drawingml/2006/main">
            <a:off x="609600" y="565785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192C40"/>
                </a:solidFill>
                <a:latin typeface="Malgun Gothic"/>
                <a:ea typeface="Malgun Gothic"/>
                <a:cs typeface="Malgun Gothic"/>
              </a:defRPr>
            </a:defPPr>
            <a:lvl1pPr algn="ctr">
              <a:defRPr sz="1425" b="1">
                <a:solidFill>
                  <a:srgbClr val="192C40"/>
                </a:solidFill>
                <a:latin typeface="Malgun Gothic"/>
                <a:ea typeface="Malgun Gothic"/>
                <a:cs typeface="Malgun Gothic"/>
              </a:defRPr>
            </a:lvl1pPr>
            <a:lvl2pPr algn="ctr">
              <a:defRPr sz="1425" b="1">
                <a:solidFill>
                  <a:srgbClr val="192C40"/>
                </a:solidFill>
                <a:latin typeface="Malgun Gothic"/>
                <a:ea typeface="Malgun Gothic"/>
                <a:cs typeface="Malgun Gothic"/>
              </a:defRPr>
            </a:lvl2pPr>
            <a:lvl3pPr algn="ctr">
              <a:defRPr sz="1425" b="1">
                <a:solidFill>
                  <a:srgbClr val="192C40"/>
                </a:solidFill>
                <a:latin typeface="Malgun Gothic"/>
                <a:ea typeface="Malgun Gothic"/>
                <a:cs typeface="Malgun Gothic"/>
              </a:defRPr>
            </a:lvl3pPr>
            <a:lvl4pPr algn="ctr">
              <a:defRPr sz="1425" b="1">
                <a:solidFill>
                  <a:srgbClr val="192C40"/>
                </a:solidFill>
                <a:latin typeface="Malgun Gothic"/>
                <a:ea typeface="Malgun Gothic"/>
                <a:cs typeface="Malgun Gothic"/>
              </a:defRPr>
            </a:lvl4pPr>
            <a:lvl5pPr algn="ctr">
              <a:defRPr sz="1425" b="1">
                <a:solidFill>
                  <a:srgbClr val="192C40"/>
                </a:solidFill>
                <a:latin typeface="Malgun Gothic"/>
                <a:ea typeface="Malgun Gothic"/>
                <a:cs typeface="Malgun Gothic"/>
              </a:defRPr>
            </a:lvl5pPr>
            <a:lvl6pPr algn="ctr">
              <a:defRPr sz="1425" b="1">
                <a:solidFill>
                  <a:srgbClr val="192C40"/>
                </a:solidFill>
                <a:latin typeface="Malgun Gothic"/>
                <a:ea typeface="Malgun Gothic"/>
                <a:cs typeface="Malgun Gothic"/>
              </a:defRPr>
            </a:lvl6pPr>
            <a:lvl7pPr algn="ctr">
              <a:defRPr sz="1425" b="1">
                <a:solidFill>
                  <a:srgbClr val="192C40"/>
                </a:solidFill>
                <a:latin typeface="Malgun Gothic"/>
                <a:ea typeface="Malgun Gothic"/>
                <a:cs typeface="Malgun Gothic"/>
              </a:defRPr>
            </a:lvl7pPr>
            <a:lvl8pPr algn="ctr">
              <a:defRPr sz="1425" b="1">
                <a:solidFill>
                  <a:srgbClr val="192C40"/>
                </a:solidFill>
                <a:latin typeface="Malgun Gothic"/>
                <a:ea typeface="Malgun Gothic"/>
                <a:cs typeface="Malgun Gothic"/>
              </a:defRPr>
            </a:lvl8pPr>
            <a:lvl9pPr algn="ctr">
              <a:defRPr sz="1425" b="1">
                <a:solidFill>
                  <a:srgbClr val="192C40"/>
                </a:solidFill>
                <a:latin typeface="Malgun Gothic"/>
                <a:ea typeface="Malgun Gothic"/>
                <a:cs typeface="Malgun Gothic"/>
              </a:defRPr>
            </a:lvl9pPr>
          </a:lstStyle>
          <a:p xmlns:a="http://schemas.openxmlformats.org/drawingml/2006/main">
            <a:pPr algn="ctr">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기획 의도를 체험 탐색부터 호스트 운영과 AI 지원까지 이어지는 하나의 서비스로 구현</a:t>
            </a:r>
          </a:p>
        </p:txBody>
      </p:sp>
    </p:spTree>
    <p:extLst>
      <p:ext uri="{BB962C8B-B14F-4D97-AF65-F5344CB8AC3E}">
        <p14:creationId xmlns:p14="http://schemas.microsoft.com/office/powerpoint/2010/main" val="1299896142"/>
      </p:ext>
    </p:extLst>
  </p:cSld>
</p:sld>
</file>

<file path=ppt/slides/slide1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753CF86-8088-455E-B13B-BD2F556094ED}"/>
              </a:ext>
            </a:extLst>
          </p:cNvPr>
          <p:cNvSpPr>
            <a:spLocks xmlns:a="http://schemas.openxmlformats.org/drawingml/2006/main" noGrp="1"/>
          </p:cNvSpPr>
          <p:nvPr/>
        </p:nvSpPr>
        <p:spPr>
          <a:xfrm xmlns:a="http://schemas.openxmlformats.org/drawingml/2006/main">
            <a:off x="609600" y="361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06D5D"/>
                </a:solidFill>
                <a:latin typeface="Malgun Gothic"/>
                <a:ea typeface="Malgun Gothic"/>
                <a:cs typeface="Malgun Gothic"/>
              </a:defRPr>
            </a:defPPr>
            <a:lvl1pPr algn="l">
              <a:defRPr sz="975" b="1">
                <a:solidFill>
                  <a:srgbClr val="F06D5D"/>
                </a:solidFill>
                <a:latin typeface="Malgun Gothic"/>
                <a:ea typeface="Malgun Gothic"/>
                <a:cs typeface="Malgun Gothic"/>
              </a:defRPr>
            </a:lvl1pPr>
            <a:lvl2pPr algn="l">
              <a:defRPr sz="975" b="1">
                <a:solidFill>
                  <a:srgbClr val="F06D5D"/>
                </a:solidFill>
                <a:latin typeface="Malgun Gothic"/>
                <a:ea typeface="Malgun Gothic"/>
                <a:cs typeface="Malgun Gothic"/>
              </a:defRPr>
            </a:lvl2pPr>
            <a:lvl3pPr algn="l">
              <a:defRPr sz="975" b="1">
                <a:solidFill>
                  <a:srgbClr val="F06D5D"/>
                </a:solidFill>
                <a:latin typeface="Malgun Gothic"/>
                <a:ea typeface="Malgun Gothic"/>
                <a:cs typeface="Malgun Gothic"/>
              </a:defRPr>
            </a:lvl3pPr>
            <a:lvl4pPr algn="l">
              <a:defRPr sz="975" b="1">
                <a:solidFill>
                  <a:srgbClr val="F06D5D"/>
                </a:solidFill>
                <a:latin typeface="Malgun Gothic"/>
                <a:ea typeface="Malgun Gothic"/>
                <a:cs typeface="Malgun Gothic"/>
              </a:defRPr>
            </a:lvl4pPr>
            <a:lvl5pPr algn="l">
              <a:defRPr sz="975" b="1">
                <a:solidFill>
                  <a:srgbClr val="F06D5D"/>
                </a:solidFill>
                <a:latin typeface="Malgun Gothic"/>
                <a:ea typeface="Malgun Gothic"/>
                <a:cs typeface="Malgun Gothic"/>
              </a:defRPr>
            </a:lvl5pPr>
            <a:lvl6pPr algn="l">
              <a:defRPr sz="975" b="1">
                <a:solidFill>
                  <a:srgbClr val="F06D5D"/>
                </a:solidFill>
                <a:latin typeface="Malgun Gothic"/>
                <a:ea typeface="Malgun Gothic"/>
                <a:cs typeface="Malgun Gothic"/>
              </a:defRPr>
            </a:lvl6pPr>
            <a:lvl7pPr algn="l">
              <a:defRPr sz="975" b="1">
                <a:solidFill>
                  <a:srgbClr val="F06D5D"/>
                </a:solidFill>
                <a:latin typeface="Malgun Gothic"/>
                <a:ea typeface="Malgun Gothic"/>
                <a:cs typeface="Malgun Gothic"/>
              </a:defRPr>
            </a:lvl7pPr>
            <a:lvl8pPr algn="l">
              <a:defRPr sz="975" b="1">
                <a:solidFill>
                  <a:srgbClr val="F06D5D"/>
                </a:solidFill>
                <a:latin typeface="Malgun Gothic"/>
                <a:ea typeface="Malgun Gothic"/>
                <a:cs typeface="Malgun Gothic"/>
              </a:defRPr>
            </a:lvl8pPr>
            <a:lvl9pPr algn="l">
              <a:defRPr sz="975" b="1">
                <a:solidFill>
                  <a:srgbClr val="F06D5D"/>
                </a:solidFill>
                <a:latin typeface="Malgun Gothic"/>
                <a:ea typeface="Malgun Gothic"/>
                <a:cs typeface="Malgun Gothic"/>
              </a:defRPr>
            </a:lvl9pPr>
          </a:lstStyle>
          <a:p xmlns:a="http://schemas.openxmlformats.org/drawingml/2006/main">
            <a:pPr algn="l">
              <a:defRPr sz="975" b="1">
                <a:solidFill>
                  <a:srgbClr val="F06D5D"/>
                </a:solidFill>
                <a:latin typeface="Malgun Gothic"/>
                <a:ea typeface="Malgun Gothic"/>
                <a:cs typeface="Malgun Gothic"/>
              </a:defRPr>
            </a:pPr>
            <a:r>
              <a:rPr sz="975" b="1">
                <a:solidFill>
                  <a:srgbClr val="F06D5D"/>
                </a:solidFill>
                <a:latin typeface="Malgun Gothic"/>
                <a:ea typeface="Malgun Gothic"/>
                <a:cs typeface="Malgun Gothic"/>
              </a:rPr>
              <a:t>FROM IDEA TO SERVICE</a:t>
            </a:r>
          </a:p>
        </p:txBody>
      </p:sp>
      <p:sp>
        <p:nvSpPr>
          <p:cNvPr id="2" name="">
            <a:extLst xmlns:a="http://schemas.openxmlformats.org/drawingml/2006/main">
              <a:ext uri="{FF2B5EF4-FFF2-40B4-BE49-F238E27FC236}">
                <a16:creationId xmlns:a16="http://schemas.microsoft.com/office/drawing/2014/main" id="{BCEADFDF-276C-4272-908A-B9D9412D0A2F}"/>
              </a:ext>
            </a:extLst>
          </p:cNvPr>
          <p:cNvSpPr>
            <a:spLocks xmlns:a="http://schemas.openxmlformats.org/drawingml/2006/main" noGrp="1"/>
          </p:cNvSpPr>
          <p:nvPr/>
        </p:nvSpPr>
        <p:spPr>
          <a:xfrm xmlns:a="http://schemas.openxmlformats.org/drawingml/2006/main">
            <a:off x="609600" y="6667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192C40"/>
                </a:solidFill>
                <a:latin typeface="Malgun Gothic"/>
                <a:ea typeface="Malgun Gothic"/>
                <a:cs typeface="Malgun Gothic"/>
              </a:defRPr>
            </a:defPPr>
            <a:lvl1pPr algn="l">
              <a:defRPr sz="2625" b="1">
                <a:solidFill>
                  <a:srgbClr val="192C40"/>
                </a:solidFill>
                <a:latin typeface="Malgun Gothic"/>
                <a:ea typeface="Malgun Gothic"/>
                <a:cs typeface="Malgun Gothic"/>
              </a:defRPr>
            </a:lvl1pPr>
            <a:lvl2pPr algn="l">
              <a:defRPr sz="2625" b="1">
                <a:solidFill>
                  <a:srgbClr val="192C40"/>
                </a:solidFill>
                <a:latin typeface="Malgun Gothic"/>
                <a:ea typeface="Malgun Gothic"/>
                <a:cs typeface="Malgun Gothic"/>
              </a:defRPr>
            </a:lvl2pPr>
            <a:lvl3pPr algn="l">
              <a:defRPr sz="2625" b="1">
                <a:solidFill>
                  <a:srgbClr val="192C40"/>
                </a:solidFill>
                <a:latin typeface="Malgun Gothic"/>
                <a:ea typeface="Malgun Gothic"/>
                <a:cs typeface="Malgun Gothic"/>
              </a:defRPr>
            </a:lvl3pPr>
            <a:lvl4pPr algn="l">
              <a:defRPr sz="2625" b="1">
                <a:solidFill>
                  <a:srgbClr val="192C40"/>
                </a:solidFill>
                <a:latin typeface="Malgun Gothic"/>
                <a:ea typeface="Malgun Gothic"/>
                <a:cs typeface="Malgun Gothic"/>
              </a:defRPr>
            </a:lvl4pPr>
            <a:lvl5pPr algn="l">
              <a:defRPr sz="2625" b="1">
                <a:solidFill>
                  <a:srgbClr val="192C40"/>
                </a:solidFill>
                <a:latin typeface="Malgun Gothic"/>
                <a:ea typeface="Malgun Gothic"/>
                <a:cs typeface="Malgun Gothic"/>
              </a:defRPr>
            </a:lvl5pPr>
            <a:lvl6pPr algn="l">
              <a:defRPr sz="2625" b="1">
                <a:solidFill>
                  <a:srgbClr val="192C40"/>
                </a:solidFill>
                <a:latin typeface="Malgun Gothic"/>
                <a:ea typeface="Malgun Gothic"/>
                <a:cs typeface="Malgun Gothic"/>
              </a:defRPr>
            </a:lvl6pPr>
            <a:lvl7pPr algn="l">
              <a:defRPr sz="2625" b="1">
                <a:solidFill>
                  <a:srgbClr val="192C40"/>
                </a:solidFill>
                <a:latin typeface="Malgun Gothic"/>
                <a:ea typeface="Malgun Gothic"/>
                <a:cs typeface="Malgun Gothic"/>
              </a:defRPr>
            </a:lvl7pPr>
            <a:lvl8pPr algn="l">
              <a:defRPr sz="2625" b="1">
                <a:solidFill>
                  <a:srgbClr val="192C40"/>
                </a:solidFill>
                <a:latin typeface="Malgun Gothic"/>
                <a:ea typeface="Malgun Gothic"/>
                <a:cs typeface="Malgun Gothic"/>
              </a:defRPr>
            </a:lvl8pPr>
            <a:lvl9pPr algn="l">
              <a:defRPr sz="2625" b="1">
                <a:solidFill>
                  <a:srgbClr val="192C40"/>
                </a:solidFill>
                <a:latin typeface="Malgun Gothic"/>
                <a:ea typeface="Malgun Gothic"/>
                <a:cs typeface="Malgun Gothic"/>
              </a:defRPr>
            </a:lvl9pPr>
          </a:lstStyle>
          <a:p xmlns:a="http://schemas.openxmlformats.org/drawingml/2006/main">
            <a:pPr algn="l">
              <a:defRPr sz="2625" b="1">
                <a:solidFill>
                  <a:srgbClr val="192C40"/>
                </a:solidFill>
                <a:latin typeface="Malgun Gothic"/>
                <a:ea typeface="Malgun Gothic"/>
                <a:cs typeface="Malgun Gothic"/>
              </a:defRPr>
            </a:pPr>
            <a:r>
              <a:rPr sz="2625" b="1">
                <a:solidFill>
                  <a:srgbClr val="192C40"/>
                </a:solidFill>
                <a:latin typeface="Malgun Gothic"/>
                <a:ea typeface="Malgun Gothic"/>
                <a:cs typeface="Malgun Gothic"/>
              </a:rPr>
              <a:t>개발 과정에서 얻은 경험</a:t>
            </a:r>
          </a:p>
        </p:txBody>
      </p:sp>
      <p:sp>
        <p:nvSpPr>
          <p:cNvPr id="3" name="">
            <a:extLst xmlns:a="http://schemas.openxmlformats.org/drawingml/2006/main">
              <a:ext uri="{FF2B5EF4-FFF2-40B4-BE49-F238E27FC236}">
                <a16:creationId xmlns:a16="http://schemas.microsoft.com/office/drawing/2014/main" id="{52D16945-9129-46B2-8A00-8FF41BB80038}"/>
              </a:ext>
            </a:extLst>
          </p:cNvPr>
          <p:cNvSpPr>
            <a:spLocks xmlns:a="http://schemas.openxmlformats.org/drawingml/2006/main" noGrp="1"/>
          </p:cNvSpPr>
          <p:nvPr/>
        </p:nvSpPr>
        <p:spPr>
          <a:xfrm xmlns:a="http://schemas.openxmlformats.org/drawingml/2006/main">
            <a:off x="609600" y="1323975"/>
            <a:ext cx="533400" cy="38100"/>
          </a:xfrm>
          <a:prstGeom xmlns:a="http://schemas.openxmlformats.org/drawingml/2006/main" prst="roundRect">
            <a:avLst>
              <a:gd name="adj" fmla="val 50000"/>
            </a:avLst>
          </a:prstGeom>
          <a:solidFill xmlns:a="http://schemas.openxmlformats.org/drawingml/2006/main">
            <a:srgbClr val="129B9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10AFD7-EEE3-476F-AC16-358418E8134F}"/>
              </a:ext>
            </a:extLst>
          </p:cNvPr>
          <p:cNvSpPr>
            <a:spLocks xmlns:a="http://schemas.openxmlformats.org/drawingml/2006/main" noGrp="1"/>
          </p:cNvSpPr>
          <p:nvPr/>
        </p:nvSpPr>
        <p:spPr>
          <a:xfrm xmlns:a="http://schemas.openxmlformats.org/drawingml/2006/main">
            <a:off x="6096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293A0"/>
                </a:solidFill>
                <a:latin typeface="Malgun Gothic"/>
                <a:ea typeface="Malgun Gothic"/>
                <a:cs typeface="Malgun Gothic"/>
              </a:defRPr>
            </a:defPPr>
            <a:lvl1pPr algn="l">
              <a:defRPr sz="900" b="0">
                <a:solidFill>
                  <a:srgbClr val="8293A0"/>
                </a:solidFill>
                <a:latin typeface="Malgun Gothic"/>
                <a:ea typeface="Malgun Gothic"/>
                <a:cs typeface="Malgun Gothic"/>
              </a:defRPr>
            </a:lvl1pPr>
            <a:lvl2pPr algn="l">
              <a:defRPr sz="900" b="0">
                <a:solidFill>
                  <a:srgbClr val="8293A0"/>
                </a:solidFill>
                <a:latin typeface="Malgun Gothic"/>
                <a:ea typeface="Malgun Gothic"/>
                <a:cs typeface="Malgun Gothic"/>
              </a:defRPr>
            </a:lvl2pPr>
            <a:lvl3pPr algn="l">
              <a:defRPr sz="900" b="0">
                <a:solidFill>
                  <a:srgbClr val="8293A0"/>
                </a:solidFill>
                <a:latin typeface="Malgun Gothic"/>
                <a:ea typeface="Malgun Gothic"/>
                <a:cs typeface="Malgun Gothic"/>
              </a:defRPr>
            </a:lvl3pPr>
            <a:lvl4pPr algn="l">
              <a:defRPr sz="900" b="0">
                <a:solidFill>
                  <a:srgbClr val="8293A0"/>
                </a:solidFill>
                <a:latin typeface="Malgun Gothic"/>
                <a:ea typeface="Malgun Gothic"/>
                <a:cs typeface="Malgun Gothic"/>
              </a:defRPr>
            </a:lvl4pPr>
            <a:lvl5pPr algn="l">
              <a:defRPr sz="900" b="0">
                <a:solidFill>
                  <a:srgbClr val="8293A0"/>
                </a:solidFill>
                <a:latin typeface="Malgun Gothic"/>
                <a:ea typeface="Malgun Gothic"/>
                <a:cs typeface="Malgun Gothic"/>
              </a:defRPr>
            </a:lvl5pPr>
            <a:lvl6pPr algn="l">
              <a:defRPr sz="900" b="0">
                <a:solidFill>
                  <a:srgbClr val="8293A0"/>
                </a:solidFill>
                <a:latin typeface="Malgun Gothic"/>
                <a:ea typeface="Malgun Gothic"/>
                <a:cs typeface="Malgun Gothic"/>
              </a:defRPr>
            </a:lvl6pPr>
            <a:lvl7pPr algn="l">
              <a:defRPr sz="900" b="0">
                <a:solidFill>
                  <a:srgbClr val="8293A0"/>
                </a:solidFill>
                <a:latin typeface="Malgun Gothic"/>
                <a:ea typeface="Malgun Gothic"/>
                <a:cs typeface="Malgun Gothic"/>
              </a:defRPr>
            </a:lvl7pPr>
            <a:lvl8pPr algn="l">
              <a:defRPr sz="900" b="0">
                <a:solidFill>
                  <a:srgbClr val="8293A0"/>
                </a:solidFill>
                <a:latin typeface="Malgun Gothic"/>
                <a:ea typeface="Malgun Gothic"/>
                <a:cs typeface="Malgun Gothic"/>
              </a:defRPr>
            </a:lvl8pPr>
            <a:lvl9pPr algn="l">
              <a:defRPr sz="900" b="0">
                <a:solidFill>
                  <a:srgbClr val="8293A0"/>
                </a:solidFill>
                <a:latin typeface="Malgun Gothic"/>
                <a:ea typeface="Malgun Gothic"/>
                <a:cs typeface="Malgun Gothic"/>
              </a:defRPr>
            </a:lvl9pPr>
          </a:lstStyle>
          <a:p xmlns:a="http://schemas.openxmlformats.org/drawingml/2006/main">
            <a:pPr algn="l">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LOCAL EUM  ·  기획과 구현  ·  2026.10</a:t>
            </a:r>
          </a:p>
        </p:txBody>
      </p:sp>
      <p:sp>
        <p:nvSpPr>
          <p:cNvPr id="5" name="">
            <a:extLst xmlns:a="http://schemas.openxmlformats.org/drawingml/2006/main">
              <a:ext uri="{FF2B5EF4-FFF2-40B4-BE49-F238E27FC236}">
                <a16:creationId xmlns:a16="http://schemas.microsoft.com/office/drawing/2014/main" id="{5B3125C9-DC78-4C28-8257-EF886973D0D2}"/>
              </a:ext>
            </a:extLst>
          </p:cNvPr>
          <p:cNvSpPr>
            <a:spLocks xmlns:a="http://schemas.openxmlformats.org/drawingml/2006/main" noGrp="1"/>
          </p:cNvSpPr>
          <p:nvPr/>
        </p:nvSpPr>
        <p:spPr>
          <a:xfrm xmlns:a="http://schemas.openxmlformats.org/drawingml/2006/main">
            <a:off x="11144250" y="6457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8293A0"/>
                </a:solidFill>
                <a:latin typeface="Malgun Gothic"/>
                <a:ea typeface="Malgun Gothic"/>
                <a:cs typeface="Malgun Gothic"/>
              </a:defRPr>
            </a:defPPr>
            <a:lvl1pPr algn="r">
              <a:defRPr sz="900" b="0">
                <a:solidFill>
                  <a:srgbClr val="8293A0"/>
                </a:solidFill>
                <a:latin typeface="Malgun Gothic"/>
                <a:ea typeface="Malgun Gothic"/>
                <a:cs typeface="Malgun Gothic"/>
              </a:defRPr>
            </a:lvl1pPr>
            <a:lvl2pPr algn="r">
              <a:defRPr sz="900" b="0">
                <a:solidFill>
                  <a:srgbClr val="8293A0"/>
                </a:solidFill>
                <a:latin typeface="Malgun Gothic"/>
                <a:ea typeface="Malgun Gothic"/>
                <a:cs typeface="Malgun Gothic"/>
              </a:defRPr>
            </a:lvl2pPr>
            <a:lvl3pPr algn="r">
              <a:defRPr sz="900" b="0">
                <a:solidFill>
                  <a:srgbClr val="8293A0"/>
                </a:solidFill>
                <a:latin typeface="Malgun Gothic"/>
                <a:ea typeface="Malgun Gothic"/>
                <a:cs typeface="Malgun Gothic"/>
              </a:defRPr>
            </a:lvl3pPr>
            <a:lvl4pPr algn="r">
              <a:defRPr sz="900" b="0">
                <a:solidFill>
                  <a:srgbClr val="8293A0"/>
                </a:solidFill>
                <a:latin typeface="Malgun Gothic"/>
                <a:ea typeface="Malgun Gothic"/>
                <a:cs typeface="Malgun Gothic"/>
              </a:defRPr>
            </a:lvl4pPr>
            <a:lvl5pPr algn="r">
              <a:defRPr sz="900" b="0">
                <a:solidFill>
                  <a:srgbClr val="8293A0"/>
                </a:solidFill>
                <a:latin typeface="Malgun Gothic"/>
                <a:ea typeface="Malgun Gothic"/>
                <a:cs typeface="Malgun Gothic"/>
              </a:defRPr>
            </a:lvl5pPr>
            <a:lvl6pPr algn="r">
              <a:defRPr sz="900" b="0">
                <a:solidFill>
                  <a:srgbClr val="8293A0"/>
                </a:solidFill>
                <a:latin typeface="Malgun Gothic"/>
                <a:ea typeface="Malgun Gothic"/>
                <a:cs typeface="Malgun Gothic"/>
              </a:defRPr>
            </a:lvl6pPr>
            <a:lvl7pPr algn="r">
              <a:defRPr sz="900" b="0">
                <a:solidFill>
                  <a:srgbClr val="8293A0"/>
                </a:solidFill>
                <a:latin typeface="Malgun Gothic"/>
                <a:ea typeface="Malgun Gothic"/>
                <a:cs typeface="Malgun Gothic"/>
              </a:defRPr>
            </a:lvl7pPr>
            <a:lvl8pPr algn="r">
              <a:defRPr sz="900" b="0">
                <a:solidFill>
                  <a:srgbClr val="8293A0"/>
                </a:solidFill>
                <a:latin typeface="Malgun Gothic"/>
                <a:ea typeface="Malgun Gothic"/>
                <a:cs typeface="Malgun Gothic"/>
              </a:defRPr>
            </a:lvl8pPr>
            <a:lvl9pPr algn="r">
              <a:defRPr sz="900" b="0">
                <a:solidFill>
                  <a:srgbClr val="8293A0"/>
                </a:solidFill>
                <a:latin typeface="Malgun Gothic"/>
                <a:ea typeface="Malgun Gothic"/>
                <a:cs typeface="Malgun Gothic"/>
              </a:defRPr>
            </a:lvl9pPr>
          </a:lstStyle>
          <a:p xmlns:a="http://schemas.openxmlformats.org/drawingml/2006/main">
            <a:pPr algn="r">
              <a:defRPr sz="900" b="0">
                <a:solidFill>
                  <a:srgbClr val="8293A0"/>
                </a:solidFill>
                <a:latin typeface="Malgun Gothic"/>
                <a:ea typeface="Malgun Gothic"/>
                <a:cs typeface="Malgun Gothic"/>
              </a:defRPr>
            </a:pPr>
            <a:r>
              <a:rPr sz="900" b="0">
                <a:solidFill>
                  <a:srgbClr val="8293A0"/>
                </a:solidFill>
                <a:latin typeface="Malgun Gothic"/>
                <a:ea typeface="Malgun Gothic"/>
                <a:cs typeface="Malgun Gothic"/>
              </a:rPr>
              <a:t>12 / 12</a:t>
            </a:r>
          </a:p>
        </p:txBody>
      </p:sp>
      <p:sp>
        <p:nvSpPr>
          <p:cNvPr id="6" name="">
            <a:extLst xmlns:a="http://schemas.openxmlformats.org/drawingml/2006/main">
              <a:ext uri="{FF2B5EF4-FFF2-40B4-BE49-F238E27FC236}">
                <a16:creationId xmlns:a16="http://schemas.microsoft.com/office/drawing/2014/main" id="{B9B35847-9982-4715-962A-DBC02670D6CE}"/>
              </a:ext>
            </a:extLst>
          </p:cNvPr>
          <p:cNvSpPr>
            <a:spLocks xmlns:a="http://schemas.openxmlformats.org/drawingml/2006/main" noGrp="1"/>
          </p:cNvSpPr>
          <p:nvPr/>
        </p:nvSpPr>
        <p:spPr>
          <a:xfrm xmlns:a="http://schemas.openxmlformats.org/drawingml/2006/main">
            <a:off x="609600" y="1809750"/>
            <a:ext cx="2419350" cy="2152650"/>
          </a:xfrm>
          <a:prstGeom xmlns:a="http://schemas.openxmlformats.org/drawingml/2006/main" prst="roundRect">
            <a:avLst>
              <a:gd name="adj" fmla="val 7522"/>
            </a:avLst>
          </a:prstGeom>
          <a:solidFill xmlns:a="http://schemas.openxmlformats.org/drawingml/2006/main">
            <a:srgbClr val="FFF0E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DEE9CBE-C639-406B-BB13-868E8FA47405}"/>
              </a:ext>
            </a:extLst>
          </p:cNvPr>
          <p:cNvSpPr>
            <a:spLocks xmlns:a="http://schemas.openxmlformats.org/drawingml/2006/main" noGrp="1"/>
          </p:cNvSpPr>
          <p:nvPr/>
        </p:nvSpPr>
        <p:spPr>
          <a:xfrm xmlns:a="http://schemas.openxmlformats.org/drawingml/2006/main">
            <a:off x="800100" y="1981200"/>
            <a:ext cx="36195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059FE6C-1603-4E17-A250-C83F629542FD}"/>
              </a:ext>
            </a:extLst>
          </p:cNvPr>
          <p:cNvSpPr>
            <a:spLocks xmlns:a="http://schemas.openxmlformats.org/drawingml/2006/main" noGrp="1"/>
          </p:cNvSpPr>
          <p:nvPr/>
        </p:nvSpPr>
        <p:spPr>
          <a:xfrm xmlns:a="http://schemas.openxmlformats.org/drawingml/2006/main">
            <a:off x="876300" y="2028825"/>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1</a:t>
            </a:r>
          </a:p>
        </p:txBody>
      </p:sp>
      <p:sp>
        <p:nvSpPr>
          <p:cNvPr id="9" name="">
            <a:extLst xmlns:a="http://schemas.openxmlformats.org/drawingml/2006/main">
              <a:ext uri="{FF2B5EF4-FFF2-40B4-BE49-F238E27FC236}">
                <a16:creationId xmlns:a16="http://schemas.microsoft.com/office/drawing/2014/main" id="{A96F9C00-081E-46D0-B98F-7ACAA13D3E75}"/>
              </a:ext>
            </a:extLst>
          </p:cNvPr>
          <p:cNvSpPr>
            <a:spLocks xmlns:a="http://schemas.openxmlformats.org/drawingml/2006/main" noGrp="1"/>
          </p:cNvSpPr>
          <p:nvPr/>
        </p:nvSpPr>
        <p:spPr>
          <a:xfrm xmlns:a="http://schemas.openxmlformats.org/drawingml/2006/main">
            <a:off x="800100" y="2543175"/>
            <a:ext cx="2038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기획·문제 정의</a:t>
            </a:r>
          </a:p>
        </p:txBody>
      </p:sp>
      <p:sp>
        <p:nvSpPr>
          <p:cNvPr id="10" name="">
            <a:extLst xmlns:a="http://schemas.openxmlformats.org/drawingml/2006/main">
              <a:ext uri="{FF2B5EF4-FFF2-40B4-BE49-F238E27FC236}">
                <a16:creationId xmlns:a16="http://schemas.microsoft.com/office/drawing/2014/main" id="{5B927D4B-A3F7-4A34-A327-5D343E07EA5B}"/>
              </a:ext>
            </a:extLst>
          </p:cNvPr>
          <p:cNvSpPr>
            <a:spLocks xmlns:a="http://schemas.openxmlformats.org/drawingml/2006/main" noGrp="1"/>
          </p:cNvSpPr>
          <p:nvPr/>
        </p:nvSpPr>
        <p:spPr>
          <a:xfrm xmlns:a="http://schemas.openxmlformats.org/drawingml/2006/main">
            <a:off x="800100" y="3048000"/>
            <a:ext cx="2038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3384D"/>
                </a:solidFill>
                <a:latin typeface="Malgun Gothic"/>
                <a:ea typeface="Malgun Gothic"/>
                <a:cs typeface="Malgun Gothic"/>
              </a:defRPr>
            </a:defPPr>
            <a:lvl1pPr algn="l">
              <a:defRPr sz="1275" b="0">
                <a:solidFill>
                  <a:srgbClr val="23384D"/>
                </a:solidFill>
                <a:latin typeface="Malgun Gothic"/>
                <a:ea typeface="Malgun Gothic"/>
                <a:cs typeface="Malgun Gothic"/>
              </a:defRPr>
            </a:lvl1pPr>
            <a:lvl2pPr algn="l">
              <a:defRPr sz="1275" b="0">
                <a:solidFill>
                  <a:srgbClr val="23384D"/>
                </a:solidFill>
                <a:latin typeface="Malgun Gothic"/>
                <a:ea typeface="Malgun Gothic"/>
                <a:cs typeface="Malgun Gothic"/>
              </a:defRPr>
            </a:lvl2pPr>
            <a:lvl3pPr algn="l">
              <a:defRPr sz="1275" b="0">
                <a:solidFill>
                  <a:srgbClr val="23384D"/>
                </a:solidFill>
                <a:latin typeface="Malgun Gothic"/>
                <a:ea typeface="Malgun Gothic"/>
                <a:cs typeface="Malgun Gothic"/>
              </a:defRPr>
            </a:lvl3pPr>
            <a:lvl4pPr algn="l">
              <a:defRPr sz="1275" b="0">
                <a:solidFill>
                  <a:srgbClr val="23384D"/>
                </a:solidFill>
                <a:latin typeface="Malgun Gothic"/>
                <a:ea typeface="Malgun Gothic"/>
                <a:cs typeface="Malgun Gothic"/>
              </a:defRPr>
            </a:lvl4pPr>
            <a:lvl5pPr algn="l">
              <a:defRPr sz="1275" b="0">
                <a:solidFill>
                  <a:srgbClr val="23384D"/>
                </a:solidFill>
                <a:latin typeface="Malgun Gothic"/>
                <a:ea typeface="Malgun Gothic"/>
                <a:cs typeface="Malgun Gothic"/>
              </a:defRPr>
            </a:lvl5pPr>
            <a:lvl6pPr algn="l">
              <a:defRPr sz="1275" b="0">
                <a:solidFill>
                  <a:srgbClr val="23384D"/>
                </a:solidFill>
                <a:latin typeface="Malgun Gothic"/>
                <a:ea typeface="Malgun Gothic"/>
                <a:cs typeface="Malgun Gothic"/>
              </a:defRPr>
            </a:lvl6pPr>
            <a:lvl7pPr algn="l">
              <a:defRPr sz="1275" b="0">
                <a:solidFill>
                  <a:srgbClr val="23384D"/>
                </a:solidFill>
                <a:latin typeface="Malgun Gothic"/>
                <a:ea typeface="Malgun Gothic"/>
                <a:cs typeface="Malgun Gothic"/>
              </a:defRPr>
            </a:lvl7pPr>
            <a:lvl8pPr algn="l">
              <a:defRPr sz="1275" b="0">
                <a:solidFill>
                  <a:srgbClr val="23384D"/>
                </a:solidFill>
                <a:latin typeface="Malgun Gothic"/>
                <a:ea typeface="Malgun Gothic"/>
                <a:cs typeface="Malgun Gothic"/>
              </a:defRPr>
            </a:lvl8pPr>
            <a:lvl9pPr algn="l">
              <a:defRPr sz="1275" b="0">
                <a:solidFill>
                  <a:srgbClr val="23384D"/>
                </a:solidFill>
                <a:latin typeface="Malgun Gothic"/>
                <a:ea typeface="Malgun Gothic"/>
                <a:cs typeface="Malgun Gothic"/>
              </a:defRPr>
            </a:lvl9pPr>
          </a:lstStyle>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관광지 정보에서</a:t>
            </a:r>
          </a:p>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사람과 경험으로 시선 이동</a:t>
            </a:r>
          </a:p>
        </p:txBody>
      </p:sp>
      <p:sp>
        <p:nvSpPr>
          <p:cNvPr id="11" name="">
            <a:extLst xmlns:a="http://schemas.openxmlformats.org/drawingml/2006/main">
              <a:ext uri="{FF2B5EF4-FFF2-40B4-BE49-F238E27FC236}">
                <a16:creationId xmlns:a16="http://schemas.microsoft.com/office/drawing/2014/main" id="{15872AA5-5549-41FB-845D-14783A3FE39C}"/>
              </a:ext>
            </a:extLst>
          </p:cNvPr>
          <p:cNvSpPr>
            <a:spLocks xmlns:a="http://schemas.openxmlformats.org/drawingml/2006/main" noGrp="1"/>
          </p:cNvSpPr>
          <p:nvPr/>
        </p:nvSpPr>
        <p:spPr>
          <a:xfrm xmlns:a="http://schemas.openxmlformats.org/drawingml/2006/main">
            <a:off x="3352800" y="1809750"/>
            <a:ext cx="2419350" cy="2152650"/>
          </a:xfrm>
          <a:prstGeom xmlns:a="http://schemas.openxmlformats.org/drawingml/2006/main" prst="roundRect">
            <a:avLst>
              <a:gd name="adj" fmla="val 7522"/>
            </a:avLst>
          </a:prstGeom>
          <a:solidFill xmlns:a="http://schemas.openxmlformats.org/drawingml/2006/main">
            <a:srgbClr val="EAF3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1AB598B-94E4-407B-941F-7F0AF74A90E5}"/>
              </a:ext>
            </a:extLst>
          </p:cNvPr>
          <p:cNvSpPr>
            <a:spLocks xmlns:a="http://schemas.openxmlformats.org/drawingml/2006/main" noGrp="1"/>
          </p:cNvSpPr>
          <p:nvPr/>
        </p:nvSpPr>
        <p:spPr>
          <a:xfrm xmlns:a="http://schemas.openxmlformats.org/drawingml/2006/main">
            <a:off x="3543300" y="1981200"/>
            <a:ext cx="36195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DDFB18-4D2E-4BA6-B110-CFADDAC0854A}"/>
              </a:ext>
            </a:extLst>
          </p:cNvPr>
          <p:cNvSpPr>
            <a:spLocks xmlns:a="http://schemas.openxmlformats.org/drawingml/2006/main" noGrp="1"/>
          </p:cNvSpPr>
          <p:nvPr/>
        </p:nvSpPr>
        <p:spPr>
          <a:xfrm xmlns:a="http://schemas.openxmlformats.org/drawingml/2006/main">
            <a:off x="3619500" y="2028825"/>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2</a:t>
            </a:r>
          </a:p>
        </p:txBody>
      </p:sp>
      <p:sp>
        <p:nvSpPr>
          <p:cNvPr id="14" name="">
            <a:extLst xmlns:a="http://schemas.openxmlformats.org/drawingml/2006/main">
              <a:ext uri="{FF2B5EF4-FFF2-40B4-BE49-F238E27FC236}">
                <a16:creationId xmlns:a16="http://schemas.microsoft.com/office/drawing/2014/main" id="{E9336CA2-1F12-48C2-A7A8-97CEFEA5063B}"/>
              </a:ext>
            </a:extLst>
          </p:cNvPr>
          <p:cNvSpPr>
            <a:spLocks xmlns:a="http://schemas.openxmlformats.org/drawingml/2006/main" noGrp="1"/>
          </p:cNvSpPr>
          <p:nvPr/>
        </p:nvSpPr>
        <p:spPr>
          <a:xfrm xmlns:a="http://schemas.openxmlformats.org/drawingml/2006/main">
            <a:off x="3543300" y="2543175"/>
            <a:ext cx="2038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서비스 흐름 설계</a:t>
            </a:r>
          </a:p>
        </p:txBody>
      </p:sp>
      <p:sp>
        <p:nvSpPr>
          <p:cNvPr id="15" name="">
            <a:extLst xmlns:a="http://schemas.openxmlformats.org/drawingml/2006/main">
              <a:ext uri="{FF2B5EF4-FFF2-40B4-BE49-F238E27FC236}">
                <a16:creationId xmlns:a16="http://schemas.microsoft.com/office/drawing/2014/main" id="{DD815966-9510-4B49-953B-71FFA31E1EC6}"/>
              </a:ext>
            </a:extLst>
          </p:cNvPr>
          <p:cNvSpPr>
            <a:spLocks xmlns:a="http://schemas.openxmlformats.org/drawingml/2006/main" noGrp="1"/>
          </p:cNvSpPr>
          <p:nvPr/>
        </p:nvSpPr>
        <p:spPr>
          <a:xfrm xmlns:a="http://schemas.openxmlformats.org/drawingml/2006/main">
            <a:off x="3543300" y="3048000"/>
            <a:ext cx="2038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3384D"/>
                </a:solidFill>
                <a:latin typeface="Malgun Gothic"/>
                <a:ea typeface="Malgun Gothic"/>
                <a:cs typeface="Malgun Gothic"/>
              </a:defRPr>
            </a:defPPr>
            <a:lvl1pPr algn="l">
              <a:defRPr sz="1275" b="0">
                <a:solidFill>
                  <a:srgbClr val="23384D"/>
                </a:solidFill>
                <a:latin typeface="Malgun Gothic"/>
                <a:ea typeface="Malgun Gothic"/>
                <a:cs typeface="Malgun Gothic"/>
              </a:defRPr>
            </a:lvl1pPr>
            <a:lvl2pPr algn="l">
              <a:defRPr sz="1275" b="0">
                <a:solidFill>
                  <a:srgbClr val="23384D"/>
                </a:solidFill>
                <a:latin typeface="Malgun Gothic"/>
                <a:ea typeface="Malgun Gothic"/>
                <a:cs typeface="Malgun Gothic"/>
              </a:defRPr>
            </a:lvl2pPr>
            <a:lvl3pPr algn="l">
              <a:defRPr sz="1275" b="0">
                <a:solidFill>
                  <a:srgbClr val="23384D"/>
                </a:solidFill>
                <a:latin typeface="Malgun Gothic"/>
                <a:ea typeface="Malgun Gothic"/>
                <a:cs typeface="Malgun Gothic"/>
              </a:defRPr>
            </a:lvl3pPr>
            <a:lvl4pPr algn="l">
              <a:defRPr sz="1275" b="0">
                <a:solidFill>
                  <a:srgbClr val="23384D"/>
                </a:solidFill>
                <a:latin typeface="Malgun Gothic"/>
                <a:ea typeface="Malgun Gothic"/>
                <a:cs typeface="Malgun Gothic"/>
              </a:defRPr>
            </a:lvl4pPr>
            <a:lvl5pPr algn="l">
              <a:defRPr sz="1275" b="0">
                <a:solidFill>
                  <a:srgbClr val="23384D"/>
                </a:solidFill>
                <a:latin typeface="Malgun Gothic"/>
                <a:ea typeface="Malgun Gothic"/>
                <a:cs typeface="Malgun Gothic"/>
              </a:defRPr>
            </a:lvl5pPr>
            <a:lvl6pPr algn="l">
              <a:defRPr sz="1275" b="0">
                <a:solidFill>
                  <a:srgbClr val="23384D"/>
                </a:solidFill>
                <a:latin typeface="Malgun Gothic"/>
                <a:ea typeface="Malgun Gothic"/>
                <a:cs typeface="Malgun Gothic"/>
              </a:defRPr>
            </a:lvl6pPr>
            <a:lvl7pPr algn="l">
              <a:defRPr sz="1275" b="0">
                <a:solidFill>
                  <a:srgbClr val="23384D"/>
                </a:solidFill>
                <a:latin typeface="Malgun Gothic"/>
                <a:ea typeface="Malgun Gothic"/>
                <a:cs typeface="Malgun Gothic"/>
              </a:defRPr>
            </a:lvl7pPr>
            <a:lvl8pPr algn="l">
              <a:defRPr sz="1275" b="0">
                <a:solidFill>
                  <a:srgbClr val="23384D"/>
                </a:solidFill>
                <a:latin typeface="Malgun Gothic"/>
                <a:ea typeface="Malgun Gothic"/>
                <a:cs typeface="Malgun Gothic"/>
              </a:defRPr>
            </a:lvl8pPr>
            <a:lvl9pPr algn="l">
              <a:defRPr sz="1275" b="0">
                <a:solidFill>
                  <a:srgbClr val="23384D"/>
                </a:solidFill>
                <a:latin typeface="Malgun Gothic"/>
                <a:ea typeface="Malgun Gothic"/>
                <a:cs typeface="Malgun Gothic"/>
              </a:defRPr>
            </a:lvl9pPr>
          </a:lstStyle>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탐색·신청·호스트 운영을</a:t>
            </a:r>
          </a:p>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하나의 경험으로 연결</a:t>
            </a:r>
          </a:p>
        </p:txBody>
      </p:sp>
      <p:sp>
        <p:nvSpPr>
          <p:cNvPr id="16" name="">
            <a:extLst xmlns:a="http://schemas.openxmlformats.org/drawingml/2006/main">
              <a:ext uri="{FF2B5EF4-FFF2-40B4-BE49-F238E27FC236}">
                <a16:creationId xmlns:a16="http://schemas.microsoft.com/office/drawing/2014/main" id="{65233AD1-C331-4B98-8BE8-2E7F84A7FF85}"/>
              </a:ext>
            </a:extLst>
          </p:cNvPr>
          <p:cNvSpPr>
            <a:spLocks xmlns:a="http://schemas.openxmlformats.org/drawingml/2006/main" noGrp="1"/>
          </p:cNvSpPr>
          <p:nvPr/>
        </p:nvSpPr>
        <p:spPr>
          <a:xfrm xmlns:a="http://schemas.openxmlformats.org/drawingml/2006/main">
            <a:off x="6096000" y="1809750"/>
            <a:ext cx="2419350" cy="2152650"/>
          </a:xfrm>
          <a:prstGeom xmlns:a="http://schemas.openxmlformats.org/drawingml/2006/main" prst="roundRect">
            <a:avLst>
              <a:gd name="adj" fmla="val 7522"/>
            </a:avLst>
          </a:prstGeom>
          <a:solidFill xmlns:a="http://schemas.openxmlformats.org/drawingml/2006/main">
            <a:srgbClr val="E6F4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77088D5-64F7-4FF5-9B7A-F045F4A9F72F}"/>
              </a:ext>
            </a:extLst>
          </p:cNvPr>
          <p:cNvSpPr>
            <a:spLocks xmlns:a="http://schemas.openxmlformats.org/drawingml/2006/main" noGrp="1"/>
          </p:cNvSpPr>
          <p:nvPr/>
        </p:nvSpPr>
        <p:spPr>
          <a:xfrm xmlns:a="http://schemas.openxmlformats.org/drawingml/2006/main">
            <a:off x="6286500" y="1981200"/>
            <a:ext cx="36195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1EF9AE9-F491-406F-B250-AD96478AF1BB}"/>
              </a:ext>
            </a:extLst>
          </p:cNvPr>
          <p:cNvSpPr>
            <a:spLocks xmlns:a="http://schemas.openxmlformats.org/drawingml/2006/main" noGrp="1"/>
          </p:cNvSpPr>
          <p:nvPr/>
        </p:nvSpPr>
        <p:spPr>
          <a:xfrm xmlns:a="http://schemas.openxmlformats.org/drawingml/2006/main">
            <a:off x="6362700" y="2028825"/>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3</a:t>
            </a:r>
          </a:p>
        </p:txBody>
      </p:sp>
      <p:sp>
        <p:nvSpPr>
          <p:cNvPr id="19" name="">
            <a:extLst xmlns:a="http://schemas.openxmlformats.org/drawingml/2006/main">
              <a:ext uri="{FF2B5EF4-FFF2-40B4-BE49-F238E27FC236}">
                <a16:creationId xmlns:a16="http://schemas.microsoft.com/office/drawing/2014/main" id="{0B8E1FA5-7FFA-4A87-97D3-4F5A6311B51B}"/>
              </a:ext>
            </a:extLst>
          </p:cNvPr>
          <p:cNvSpPr>
            <a:spLocks xmlns:a="http://schemas.openxmlformats.org/drawingml/2006/main" noGrp="1"/>
          </p:cNvSpPr>
          <p:nvPr/>
        </p:nvSpPr>
        <p:spPr>
          <a:xfrm xmlns:a="http://schemas.openxmlformats.org/drawingml/2006/main">
            <a:off x="6286500" y="2543175"/>
            <a:ext cx="2038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데이터·권한 구현</a:t>
            </a:r>
          </a:p>
        </p:txBody>
      </p:sp>
      <p:sp>
        <p:nvSpPr>
          <p:cNvPr id="20" name="">
            <a:extLst xmlns:a="http://schemas.openxmlformats.org/drawingml/2006/main">
              <a:ext uri="{FF2B5EF4-FFF2-40B4-BE49-F238E27FC236}">
                <a16:creationId xmlns:a16="http://schemas.microsoft.com/office/drawing/2014/main" id="{7D1F666E-9FF6-4FD3-BA68-B16B0AE44A5B}"/>
              </a:ext>
            </a:extLst>
          </p:cNvPr>
          <p:cNvSpPr>
            <a:spLocks xmlns:a="http://schemas.openxmlformats.org/drawingml/2006/main" noGrp="1"/>
          </p:cNvSpPr>
          <p:nvPr/>
        </p:nvSpPr>
        <p:spPr>
          <a:xfrm xmlns:a="http://schemas.openxmlformats.org/drawingml/2006/main">
            <a:off x="6286500" y="3048000"/>
            <a:ext cx="2038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3384D"/>
                </a:solidFill>
                <a:latin typeface="Malgun Gothic"/>
                <a:ea typeface="Malgun Gothic"/>
                <a:cs typeface="Malgun Gothic"/>
              </a:defRPr>
            </a:defPPr>
            <a:lvl1pPr algn="l">
              <a:defRPr sz="1275" b="0">
                <a:solidFill>
                  <a:srgbClr val="23384D"/>
                </a:solidFill>
                <a:latin typeface="Malgun Gothic"/>
                <a:ea typeface="Malgun Gothic"/>
                <a:cs typeface="Malgun Gothic"/>
              </a:defRPr>
            </a:lvl1pPr>
            <a:lvl2pPr algn="l">
              <a:defRPr sz="1275" b="0">
                <a:solidFill>
                  <a:srgbClr val="23384D"/>
                </a:solidFill>
                <a:latin typeface="Malgun Gothic"/>
                <a:ea typeface="Malgun Gothic"/>
                <a:cs typeface="Malgun Gothic"/>
              </a:defRPr>
            </a:lvl2pPr>
            <a:lvl3pPr algn="l">
              <a:defRPr sz="1275" b="0">
                <a:solidFill>
                  <a:srgbClr val="23384D"/>
                </a:solidFill>
                <a:latin typeface="Malgun Gothic"/>
                <a:ea typeface="Malgun Gothic"/>
                <a:cs typeface="Malgun Gothic"/>
              </a:defRPr>
            </a:lvl3pPr>
            <a:lvl4pPr algn="l">
              <a:defRPr sz="1275" b="0">
                <a:solidFill>
                  <a:srgbClr val="23384D"/>
                </a:solidFill>
                <a:latin typeface="Malgun Gothic"/>
                <a:ea typeface="Malgun Gothic"/>
                <a:cs typeface="Malgun Gothic"/>
              </a:defRPr>
            </a:lvl4pPr>
            <a:lvl5pPr algn="l">
              <a:defRPr sz="1275" b="0">
                <a:solidFill>
                  <a:srgbClr val="23384D"/>
                </a:solidFill>
                <a:latin typeface="Malgun Gothic"/>
                <a:ea typeface="Malgun Gothic"/>
                <a:cs typeface="Malgun Gothic"/>
              </a:defRPr>
            </a:lvl5pPr>
            <a:lvl6pPr algn="l">
              <a:defRPr sz="1275" b="0">
                <a:solidFill>
                  <a:srgbClr val="23384D"/>
                </a:solidFill>
                <a:latin typeface="Malgun Gothic"/>
                <a:ea typeface="Malgun Gothic"/>
                <a:cs typeface="Malgun Gothic"/>
              </a:defRPr>
            </a:lvl6pPr>
            <a:lvl7pPr algn="l">
              <a:defRPr sz="1275" b="0">
                <a:solidFill>
                  <a:srgbClr val="23384D"/>
                </a:solidFill>
                <a:latin typeface="Malgun Gothic"/>
                <a:ea typeface="Malgun Gothic"/>
                <a:cs typeface="Malgun Gothic"/>
              </a:defRPr>
            </a:lvl7pPr>
            <a:lvl8pPr algn="l">
              <a:defRPr sz="1275" b="0">
                <a:solidFill>
                  <a:srgbClr val="23384D"/>
                </a:solidFill>
                <a:latin typeface="Malgun Gothic"/>
                <a:ea typeface="Malgun Gothic"/>
                <a:cs typeface="Malgun Gothic"/>
              </a:defRPr>
            </a:lvl8pPr>
            <a:lvl9pPr algn="l">
              <a:defRPr sz="1275" b="0">
                <a:solidFill>
                  <a:srgbClr val="23384D"/>
                </a:solidFill>
                <a:latin typeface="Malgun Gothic"/>
                <a:ea typeface="Malgun Gothic"/>
                <a:cs typeface="Malgun Gothic"/>
              </a:defRPr>
            </a:lvl9pPr>
          </a:lstStyle>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화면과 Supabase 데이터,</a:t>
            </a:r>
          </a:p>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역할별 접근을 연결</a:t>
            </a:r>
          </a:p>
        </p:txBody>
      </p:sp>
      <p:sp>
        <p:nvSpPr>
          <p:cNvPr id="21" name="">
            <a:extLst xmlns:a="http://schemas.openxmlformats.org/drawingml/2006/main">
              <a:ext uri="{FF2B5EF4-FFF2-40B4-BE49-F238E27FC236}">
                <a16:creationId xmlns:a16="http://schemas.microsoft.com/office/drawing/2014/main" id="{18F5D40A-7750-4628-837F-EE698545D705}"/>
              </a:ext>
            </a:extLst>
          </p:cNvPr>
          <p:cNvSpPr>
            <a:spLocks xmlns:a="http://schemas.openxmlformats.org/drawingml/2006/main" noGrp="1"/>
          </p:cNvSpPr>
          <p:nvPr/>
        </p:nvSpPr>
        <p:spPr>
          <a:xfrm xmlns:a="http://schemas.openxmlformats.org/drawingml/2006/main">
            <a:off x="8839200" y="1809750"/>
            <a:ext cx="2419350" cy="2152650"/>
          </a:xfrm>
          <a:prstGeom xmlns:a="http://schemas.openxmlformats.org/drawingml/2006/main" prst="roundRect">
            <a:avLst>
              <a:gd name="adj" fmla="val 7522"/>
            </a:avLst>
          </a:prstGeom>
          <a:solidFill xmlns:a="http://schemas.openxmlformats.org/drawingml/2006/main">
            <a:srgbClr val="FFF7E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7C3E7CD-B102-4A97-915D-B4B4132F887A}"/>
              </a:ext>
            </a:extLst>
          </p:cNvPr>
          <p:cNvSpPr>
            <a:spLocks xmlns:a="http://schemas.openxmlformats.org/drawingml/2006/main" noGrp="1"/>
          </p:cNvSpPr>
          <p:nvPr/>
        </p:nvSpPr>
        <p:spPr>
          <a:xfrm xmlns:a="http://schemas.openxmlformats.org/drawingml/2006/main">
            <a:off x="9029700" y="1981200"/>
            <a:ext cx="361950" cy="304800"/>
          </a:xfrm>
          <a:prstGeom xmlns:a="http://schemas.openxmlformats.org/drawingml/2006/main" prst="roundRect">
            <a:avLst>
              <a:gd name="adj" fmla="val 50000"/>
            </a:avLst>
          </a:prstGeom>
          <a:solidFill xmlns:a="http://schemas.openxmlformats.org/drawingml/2006/main">
            <a:srgbClr val="192C4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1C461A9-C02A-4CFE-8198-ABFED1CC56B1}"/>
              </a:ext>
            </a:extLst>
          </p:cNvPr>
          <p:cNvSpPr>
            <a:spLocks xmlns:a="http://schemas.openxmlformats.org/drawingml/2006/main" noGrp="1"/>
          </p:cNvSpPr>
          <p:nvPr/>
        </p:nvSpPr>
        <p:spPr>
          <a:xfrm xmlns:a="http://schemas.openxmlformats.org/drawingml/2006/main">
            <a:off x="9105900" y="2028825"/>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Malgun Gothic"/>
                <a:ea typeface="Malgun Gothic"/>
                <a:cs typeface="Malgun Gothic"/>
              </a:defRPr>
            </a:defPPr>
            <a:lvl1pPr algn="ctr">
              <a:defRPr sz="1050" b="1">
                <a:solidFill>
                  <a:srgbClr val="FFFFFF"/>
                </a:solidFill>
                <a:latin typeface="Malgun Gothic"/>
                <a:ea typeface="Malgun Gothic"/>
                <a:cs typeface="Malgun Gothic"/>
              </a:defRPr>
            </a:lvl1pPr>
            <a:lvl2pPr algn="ctr">
              <a:defRPr sz="1050" b="1">
                <a:solidFill>
                  <a:srgbClr val="FFFFFF"/>
                </a:solidFill>
                <a:latin typeface="Malgun Gothic"/>
                <a:ea typeface="Malgun Gothic"/>
                <a:cs typeface="Malgun Gothic"/>
              </a:defRPr>
            </a:lvl2pPr>
            <a:lvl3pPr algn="ctr">
              <a:defRPr sz="1050" b="1">
                <a:solidFill>
                  <a:srgbClr val="FFFFFF"/>
                </a:solidFill>
                <a:latin typeface="Malgun Gothic"/>
                <a:ea typeface="Malgun Gothic"/>
                <a:cs typeface="Malgun Gothic"/>
              </a:defRPr>
            </a:lvl3pPr>
            <a:lvl4pPr algn="ctr">
              <a:defRPr sz="1050" b="1">
                <a:solidFill>
                  <a:srgbClr val="FFFFFF"/>
                </a:solidFill>
                <a:latin typeface="Malgun Gothic"/>
                <a:ea typeface="Malgun Gothic"/>
                <a:cs typeface="Malgun Gothic"/>
              </a:defRPr>
            </a:lvl4pPr>
            <a:lvl5pPr algn="ctr">
              <a:defRPr sz="1050" b="1">
                <a:solidFill>
                  <a:srgbClr val="FFFFFF"/>
                </a:solidFill>
                <a:latin typeface="Malgun Gothic"/>
                <a:ea typeface="Malgun Gothic"/>
                <a:cs typeface="Malgun Gothic"/>
              </a:defRPr>
            </a:lvl5pPr>
            <a:lvl6pPr algn="ctr">
              <a:defRPr sz="1050" b="1">
                <a:solidFill>
                  <a:srgbClr val="FFFFFF"/>
                </a:solidFill>
                <a:latin typeface="Malgun Gothic"/>
                <a:ea typeface="Malgun Gothic"/>
                <a:cs typeface="Malgun Gothic"/>
              </a:defRPr>
            </a:lvl6pPr>
            <a:lvl7pPr algn="ctr">
              <a:defRPr sz="1050" b="1">
                <a:solidFill>
                  <a:srgbClr val="FFFFFF"/>
                </a:solidFill>
                <a:latin typeface="Malgun Gothic"/>
                <a:ea typeface="Malgun Gothic"/>
                <a:cs typeface="Malgun Gothic"/>
              </a:defRPr>
            </a:lvl7pPr>
            <a:lvl8pPr algn="ctr">
              <a:defRPr sz="1050" b="1">
                <a:solidFill>
                  <a:srgbClr val="FFFFFF"/>
                </a:solidFill>
                <a:latin typeface="Malgun Gothic"/>
                <a:ea typeface="Malgun Gothic"/>
                <a:cs typeface="Malgun Gothic"/>
              </a:defRPr>
            </a:lvl8pPr>
            <a:lvl9pPr algn="ctr">
              <a:defRPr sz="1050" b="1">
                <a:solidFill>
                  <a:srgbClr val="FFFFFF"/>
                </a:solidFill>
                <a:latin typeface="Malgun Gothic"/>
                <a:ea typeface="Malgun Gothic"/>
                <a:cs typeface="Malgun Gothic"/>
              </a:defRPr>
            </a:lvl9pPr>
          </a:lstStyle>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4</a:t>
            </a:r>
          </a:p>
        </p:txBody>
      </p:sp>
      <p:sp>
        <p:nvSpPr>
          <p:cNvPr id="24" name="">
            <a:extLst xmlns:a="http://schemas.openxmlformats.org/drawingml/2006/main">
              <a:ext uri="{FF2B5EF4-FFF2-40B4-BE49-F238E27FC236}">
                <a16:creationId xmlns:a16="http://schemas.microsoft.com/office/drawing/2014/main" id="{743BA936-768E-4351-B8C3-1C5A18E69052}"/>
              </a:ext>
            </a:extLst>
          </p:cNvPr>
          <p:cNvSpPr>
            <a:spLocks xmlns:a="http://schemas.openxmlformats.org/drawingml/2006/main" noGrp="1"/>
          </p:cNvSpPr>
          <p:nvPr/>
        </p:nvSpPr>
        <p:spPr>
          <a:xfrm xmlns:a="http://schemas.openxmlformats.org/drawingml/2006/main">
            <a:off x="9029700" y="2543175"/>
            <a:ext cx="2038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2C40"/>
                </a:solidFill>
                <a:latin typeface="Malgun Gothic"/>
                <a:ea typeface="Malgun Gothic"/>
                <a:cs typeface="Malgun Gothic"/>
              </a:defRPr>
            </a:defPPr>
            <a:lvl1pPr algn="l">
              <a:defRPr sz="1425" b="1">
                <a:solidFill>
                  <a:srgbClr val="192C40"/>
                </a:solidFill>
                <a:latin typeface="Malgun Gothic"/>
                <a:ea typeface="Malgun Gothic"/>
                <a:cs typeface="Malgun Gothic"/>
              </a:defRPr>
            </a:lvl1pPr>
            <a:lvl2pPr algn="l">
              <a:defRPr sz="1425" b="1">
                <a:solidFill>
                  <a:srgbClr val="192C40"/>
                </a:solidFill>
                <a:latin typeface="Malgun Gothic"/>
                <a:ea typeface="Malgun Gothic"/>
                <a:cs typeface="Malgun Gothic"/>
              </a:defRPr>
            </a:lvl2pPr>
            <a:lvl3pPr algn="l">
              <a:defRPr sz="1425" b="1">
                <a:solidFill>
                  <a:srgbClr val="192C40"/>
                </a:solidFill>
                <a:latin typeface="Malgun Gothic"/>
                <a:ea typeface="Malgun Gothic"/>
                <a:cs typeface="Malgun Gothic"/>
              </a:defRPr>
            </a:lvl3pPr>
            <a:lvl4pPr algn="l">
              <a:defRPr sz="1425" b="1">
                <a:solidFill>
                  <a:srgbClr val="192C40"/>
                </a:solidFill>
                <a:latin typeface="Malgun Gothic"/>
                <a:ea typeface="Malgun Gothic"/>
                <a:cs typeface="Malgun Gothic"/>
              </a:defRPr>
            </a:lvl4pPr>
            <a:lvl5pPr algn="l">
              <a:defRPr sz="1425" b="1">
                <a:solidFill>
                  <a:srgbClr val="192C40"/>
                </a:solidFill>
                <a:latin typeface="Malgun Gothic"/>
                <a:ea typeface="Malgun Gothic"/>
                <a:cs typeface="Malgun Gothic"/>
              </a:defRPr>
            </a:lvl5pPr>
            <a:lvl6pPr algn="l">
              <a:defRPr sz="1425" b="1">
                <a:solidFill>
                  <a:srgbClr val="192C40"/>
                </a:solidFill>
                <a:latin typeface="Malgun Gothic"/>
                <a:ea typeface="Malgun Gothic"/>
                <a:cs typeface="Malgun Gothic"/>
              </a:defRPr>
            </a:lvl6pPr>
            <a:lvl7pPr algn="l">
              <a:defRPr sz="1425" b="1">
                <a:solidFill>
                  <a:srgbClr val="192C40"/>
                </a:solidFill>
                <a:latin typeface="Malgun Gothic"/>
                <a:ea typeface="Malgun Gothic"/>
                <a:cs typeface="Malgun Gothic"/>
              </a:defRPr>
            </a:lvl7pPr>
            <a:lvl8pPr algn="l">
              <a:defRPr sz="1425" b="1">
                <a:solidFill>
                  <a:srgbClr val="192C40"/>
                </a:solidFill>
                <a:latin typeface="Malgun Gothic"/>
                <a:ea typeface="Malgun Gothic"/>
                <a:cs typeface="Malgun Gothic"/>
              </a:defRPr>
            </a:lvl8pPr>
            <a:lvl9pPr algn="l">
              <a:defRPr sz="1425" b="1">
                <a:solidFill>
                  <a:srgbClr val="192C40"/>
                </a:solidFill>
                <a:latin typeface="Malgun Gothic"/>
                <a:ea typeface="Malgun Gothic"/>
                <a:cs typeface="Malgun Gothic"/>
              </a:defRPr>
            </a:lvl9pPr>
          </a:lstStyle>
          <a:p xmlns:a="http://schemas.openxmlformats.org/drawingml/2006/main">
            <a:pPr algn="l">
              <a:defRPr sz="1425" b="1">
                <a:solidFill>
                  <a:srgbClr val="192C40"/>
                </a:solidFill>
                <a:latin typeface="Malgun Gothic"/>
                <a:ea typeface="Malgun Gothic"/>
                <a:cs typeface="Malgun Gothic"/>
              </a:defRPr>
            </a:pPr>
            <a:r>
              <a:rPr sz="1425" b="1">
                <a:solidFill>
                  <a:srgbClr val="192C40"/>
                </a:solidFill>
                <a:latin typeface="Malgun Gothic"/>
                <a:ea typeface="Malgun Gothic"/>
                <a:cs typeface="Malgun Gothic"/>
              </a:rPr>
              <a:t>AI 기획 지원</a:t>
            </a:r>
          </a:p>
        </p:txBody>
      </p:sp>
      <p:sp>
        <p:nvSpPr>
          <p:cNvPr id="25" name="">
            <a:extLst xmlns:a="http://schemas.openxmlformats.org/drawingml/2006/main">
              <a:ext uri="{FF2B5EF4-FFF2-40B4-BE49-F238E27FC236}">
                <a16:creationId xmlns:a16="http://schemas.microsoft.com/office/drawing/2014/main" id="{9DB22B83-EF67-4226-B1AB-6993105FF288}"/>
              </a:ext>
            </a:extLst>
          </p:cNvPr>
          <p:cNvSpPr>
            <a:spLocks xmlns:a="http://schemas.openxmlformats.org/drawingml/2006/main" noGrp="1"/>
          </p:cNvSpPr>
          <p:nvPr/>
        </p:nvSpPr>
        <p:spPr>
          <a:xfrm xmlns:a="http://schemas.openxmlformats.org/drawingml/2006/main">
            <a:off x="9029700" y="3048000"/>
            <a:ext cx="2038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3384D"/>
                </a:solidFill>
                <a:latin typeface="Malgun Gothic"/>
                <a:ea typeface="Malgun Gothic"/>
                <a:cs typeface="Malgun Gothic"/>
              </a:defRPr>
            </a:defPPr>
            <a:lvl1pPr algn="l">
              <a:defRPr sz="1275" b="0">
                <a:solidFill>
                  <a:srgbClr val="23384D"/>
                </a:solidFill>
                <a:latin typeface="Malgun Gothic"/>
                <a:ea typeface="Malgun Gothic"/>
                <a:cs typeface="Malgun Gothic"/>
              </a:defRPr>
            </a:lvl1pPr>
            <a:lvl2pPr algn="l">
              <a:defRPr sz="1275" b="0">
                <a:solidFill>
                  <a:srgbClr val="23384D"/>
                </a:solidFill>
                <a:latin typeface="Malgun Gothic"/>
                <a:ea typeface="Malgun Gothic"/>
                <a:cs typeface="Malgun Gothic"/>
              </a:defRPr>
            </a:lvl2pPr>
            <a:lvl3pPr algn="l">
              <a:defRPr sz="1275" b="0">
                <a:solidFill>
                  <a:srgbClr val="23384D"/>
                </a:solidFill>
                <a:latin typeface="Malgun Gothic"/>
                <a:ea typeface="Malgun Gothic"/>
                <a:cs typeface="Malgun Gothic"/>
              </a:defRPr>
            </a:lvl3pPr>
            <a:lvl4pPr algn="l">
              <a:defRPr sz="1275" b="0">
                <a:solidFill>
                  <a:srgbClr val="23384D"/>
                </a:solidFill>
                <a:latin typeface="Malgun Gothic"/>
                <a:ea typeface="Malgun Gothic"/>
                <a:cs typeface="Malgun Gothic"/>
              </a:defRPr>
            </a:lvl4pPr>
            <a:lvl5pPr algn="l">
              <a:defRPr sz="1275" b="0">
                <a:solidFill>
                  <a:srgbClr val="23384D"/>
                </a:solidFill>
                <a:latin typeface="Malgun Gothic"/>
                <a:ea typeface="Malgun Gothic"/>
                <a:cs typeface="Malgun Gothic"/>
              </a:defRPr>
            </a:lvl5pPr>
            <a:lvl6pPr algn="l">
              <a:defRPr sz="1275" b="0">
                <a:solidFill>
                  <a:srgbClr val="23384D"/>
                </a:solidFill>
                <a:latin typeface="Malgun Gothic"/>
                <a:ea typeface="Malgun Gothic"/>
                <a:cs typeface="Malgun Gothic"/>
              </a:defRPr>
            </a:lvl6pPr>
            <a:lvl7pPr algn="l">
              <a:defRPr sz="1275" b="0">
                <a:solidFill>
                  <a:srgbClr val="23384D"/>
                </a:solidFill>
                <a:latin typeface="Malgun Gothic"/>
                <a:ea typeface="Malgun Gothic"/>
                <a:cs typeface="Malgun Gothic"/>
              </a:defRPr>
            </a:lvl7pPr>
            <a:lvl8pPr algn="l">
              <a:defRPr sz="1275" b="0">
                <a:solidFill>
                  <a:srgbClr val="23384D"/>
                </a:solidFill>
                <a:latin typeface="Malgun Gothic"/>
                <a:ea typeface="Malgun Gothic"/>
                <a:cs typeface="Malgun Gothic"/>
              </a:defRPr>
            </a:lvl8pPr>
            <a:lvl9pPr algn="l">
              <a:defRPr sz="1275" b="0">
                <a:solidFill>
                  <a:srgbClr val="23384D"/>
                </a:solidFill>
                <a:latin typeface="Malgun Gothic"/>
                <a:ea typeface="Malgun Gothic"/>
                <a:cs typeface="Malgun Gothic"/>
              </a:defRPr>
            </a:lvl9pPr>
          </a:lstStyle>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지역 자료와 체험 정보를</a:t>
            </a:r>
          </a:p>
          <a:p xmlns:a="http://schemas.openxmlformats.org/drawingml/2006/main">
            <a:pPr algn="l">
              <a:defRPr sz="1275" b="0">
                <a:solidFill>
                  <a:srgbClr val="23384D"/>
                </a:solidFill>
                <a:latin typeface="Malgun Gothic"/>
                <a:ea typeface="Malgun Gothic"/>
                <a:cs typeface="Malgun Gothic"/>
              </a:defRPr>
            </a:pPr>
            <a:r>
              <a:rPr sz="1275" b="0">
                <a:solidFill>
                  <a:srgbClr val="23384D"/>
                </a:solidFill>
                <a:latin typeface="Malgun Gothic"/>
                <a:ea typeface="Malgun Gothic"/>
                <a:cs typeface="Malgun Gothic"/>
              </a:rPr>
              <a:t>호스트의 검토 가능한 제안으로</a:t>
            </a:r>
          </a:p>
        </p:txBody>
      </p:sp>
      <p:sp>
        <p:nvSpPr>
          <p:cNvPr id="26" name="">
            <a:extLst xmlns:a="http://schemas.openxmlformats.org/drawingml/2006/main">
              <a:ext uri="{FF2B5EF4-FFF2-40B4-BE49-F238E27FC236}">
                <a16:creationId xmlns:a16="http://schemas.microsoft.com/office/drawing/2014/main" id="{7DC2321E-7195-4CAA-AFD3-6161AFCDF1ED}"/>
              </a:ext>
            </a:extLst>
          </p:cNvPr>
          <p:cNvSpPr>
            <a:spLocks xmlns:a="http://schemas.openxmlformats.org/drawingml/2006/main" noGrp="1"/>
          </p:cNvSpPr>
          <p:nvPr/>
        </p:nvSpPr>
        <p:spPr>
          <a:xfrm xmlns:a="http://schemas.openxmlformats.org/drawingml/2006/main">
            <a:off x="609600" y="4438650"/>
            <a:ext cx="10972800" cy="1143000"/>
          </a:xfrm>
          <a:prstGeom xmlns:a="http://schemas.openxmlformats.org/drawingml/2006/main" prst="roundRect">
            <a:avLst>
              <a:gd name="adj" fmla="val 14167"/>
            </a:avLst>
          </a:prstGeom>
          <a:solidFill xmlns:a="http://schemas.openxmlformats.org/drawingml/2006/main">
            <a:srgbClr val="192C4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BEBEB80-84FB-4F7A-8A0F-0C41A4493370}"/>
              </a:ext>
            </a:extLst>
          </p:cNvPr>
          <p:cNvSpPr>
            <a:spLocks xmlns:a="http://schemas.openxmlformats.org/drawingml/2006/main" noGrp="1"/>
          </p:cNvSpPr>
          <p:nvPr/>
        </p:nvSpPr>
        <p:spPr>
          <a:xfrm xmlns:a="http://schemas.openxmlformats.org/drawingml/2006/main">
            <a:off x="876300" y="4648200"/>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73D1CC"/>
                </a:solidFill>
                <a:latin typeface="Malgun Gothic"/>
                <a:ea typeface="Malgun Gothic"/>
                <a:cs typeface="Malgun Gothic"/>
              </a:defRPr>
            </a:defPPr>
            <a:lvl1pPr algn="l">
              <a:defRPr sz="1500" b="1">
                <a:solidFill>
                  <a:srgbClr val="73D1CC"/>
                </a:solidFill>
                <a:latin typeface="Malgun Gothic"/>
                <a:ea typeface="Malgun Gothic"/>
                <a:cs typeface="Malgun Gothic"/>
              </a:defRPr>
            </a:lvl1pPr>
            <a:lvl2pPr algn="l">
              <a:defRPr sz="1500" b="1">
                <a:solidFill>
                  <a:srgbClr val="73D1CC"/>
                </a:solidFill>
                <a:latin typeface="Malgun Gothic"/>
                <a:ea typeface="Malgun Gothic"/>
                <a:cs typeface="Malgun Gothic"/>
              </a:defRPr>
            </a:lvl2pPr>
            <a:lvl3pPr algn="l">
              <a:defRPr sz="1500" b="1">
                <a:solidFill>
                  <a:srgbClr val="73D1CC"/>
                </a:solidFill>
                <a:latin typeface="Malgun Gothic"/>
                <a:ea typeface="Malgun Gothic"/>
                <a:cs typeface="Malgun Gothic"/>
              </a:defRPr>
            </a:lvl3pPr>
            <a:lvl4pPr algn="l">
              <a:defRPr sz="1500" b="1">
                <a:solidFill>
                  <a:srgbClr val="73D1CC"/>
                </a:solidFill>
                <a:latin typeface="Malgun Gothic"/>
                <a:ea typeface="Malgun Gothic"/>
                <a:cs typeface="Malgun Gothic"/>
              </a:defRPr>
            </a:lvl4pPr>
            <a:lvl5pPr algn="l">
              <a:defRPr sz="1500" b="1">
                <a:solidFill>
                  <a:srgbClr val="73D1CC"/>
                </a:solidFill>
                <a:latin typeface="Malgun Gothic"/>
                <a:ea typeface="Malgun Gothic"/>
                <a:cs typeface="Malgun Gothic"/>
              </a:defRPr>
            </a:lvl5pPr>
            <a:lvl6pPr algn="l">
              <a:defRPr sz="1500" b="1">
                <a:solidFill>
                  <a:srgbClr val="73D1CC"/>
                </a:solidFill>
                <a:latin typeface="Malgun Gothic"/>
                <a:ea typeface="Malgun Gothic"/>
                <a:cs typeface="Malgun Gothic"/>
              </a:defRPr>
            </a:lvl6pPr>
            <a:lvl7pPr algn="l">
              <a:defRPr sz="1500" b="1">
                <a:solidFill>
                  <a:srgbClr val="73D1CC"/>
                </a:solidFill>
                <a:latin typeface="Malgun Gothic"/>
                <a:ea typeface="Malgun Gothic"/>
                <a:cs typeface="Malgun Gothic"/>
              </a:defRPr>
            </a:lvl7pPr>
            <a:lvl8pPr algn="l">
              <a:defRPr sz="1500" b="1">
                <a:solidFill>
                  <a:srgbClr val="73D1CC"/>
                </a:solidFill>
                <a:latin typeface="Malgun Gothic"/>
                <a:ea typeface="Malgun Gothic"/>
                <a:cs typeface="Malgun Gothic"/>
              </a:defRPr>
            </a:lvl8pPr>
            <a:lvl9pPr algn="l">
              <a:defRPr sz="1500" b="1">
                <a:solidFill>
                  <a:srgbClr val="73D1CC"/>
                </a:solidFill>
                <a:latin typeface="Malgun Gothic"/>
                <a:ea typeface="Malgun Gothic"/>
                <a:cs typeface="Malgun Gothic"/>
              </a:defRPr>
            </a:lvl9pPr>
          </a:lstStyle>
          <a:p xmlns:a="http://schemas.openxmlformats.org/drawingml/2006/main">
            <a:pPr algn="l">
              <a:defRPr sz="1500" b="1">
                <a:solidFill>
                  <a:srgbClr val="73D1CC"/>
                </a:solidFill>
                <a:latin typeface="Malgun Gothic"/>
                <a:ea typeface="Malgun Gothic"/>
                <a:cs typeface="Malgun Gothic"/>
              </a:defRPr>
            </a:pPr>
            <a:r>
              <a:rPr sz="1500" b="1">
                <a:solidFill>
                  <a:srgbClr val="73D1CC"/>
                </a:solidFill>
                <a:latin typeface="Malgun Gothic"/>
                <a:ea typeface="Malgun Gothic"/>
                <a:cs typeface="Malgun Gothic"/>
              </a:rPr>
              <a:t>개발하며 배운 점</a:t>
            </a:r>
          </a:p>
        </p:txBody>
      </p:sp>
      <p:sp>
        <p:nvSpPr>
          <p:cNvPr id="28" name="">
            <a:extLst xmlns:a="http://schemas.openxmlformats.org/drawingml/2006/main">
              <a:ext uri="{FF2B5EF4-FFF2-40B4-BE49-F238E27FC236}">
                <a16:creationId xmlns:a16="http://schemas.microsoft.com/office/drawing/2014/main" id="{1C3E64C6-1683-412F-9DF8-6D322BE006EF}"/>
              </a:ext>
            </a:extLst>
          </p:cNvPr>
          <p:cNvSpPr>
            <a:spLocks xmlns:a="http://schemas.openxmlformats.org/drawingml/2006/main" noGrp="1"/>
          </p:cNvSpPr>
          <p:nvPr/>
        </p:nvSpPr>
        <p:spPr>
          <a:xfrm xmlns:a="http://schemas.openxmlformats.org/drawingml/2006/main">
            <a:off x="876300" y="5057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FFFFF"/>
                </a:solidFill>
                <a:latin typeface="Malgun Gothic"/>
                <a:ea typeface="Malgun Gothic"/>
                <a:cs typeface="Malgun Gothic"/>
              </a:defRPr>
            </a:defPPr>
            <a:lvl1pPr algn="l">
              <a:defRPr sz="1650" b="1">
                <a:solidFill>
                  <a:srgbClr val="FFFFFF"/>
                </a:solidFill>
                <a:latin typeface="Malgun Gothic"/>
                <a:ea typeface="Malgun Gothic"/>
                <a:cs typeface="Malgun Gothic"/>
              </a:defRPr>
            </a:lvl1pPr>
            <a:lvl2pPr algn="l">
              <a:defRPr sz="1650" b="1">
                <a:solidFill>
                  <a:srgbClr val="FFFFFF"/>
                </a:solidFill>
                <a:latin typeface="Malgun Gothic"/>
                <a:ea typeface="Malgun Gothic"/>
                <a:cs typeface="Malgun Gothic"/>
              </a:defRPr>
            </a:lvl2pPr>
            <a:lvl3pPr algn="l">
              <a:defRPr sz="1650" b="1">
                <a:solidFill>
                  <a:srgbClr val="FFFFFF"/>
                </a:solidFill>
                <a:latin typeface="Malgun Gothic"/>
                <a:ea typeface="Malgun Gothic"/>
                <a:cs typeface="Malgun Gothic"/>
              </a:defRPr>
            </a:lvl3pPr>
            <a:lvl4pPr algn="l">
              <a:defRPr sz="1650" b="1">
                <a:solidFill>
                  <a:srgbClr val="FFFFFF"/>
                </a:solidFill>
                <a:latin typeface="Malgun Gothic"/>
                <a:ea typeface="Malgun Gothic"/>
                <a:cs typeface="Malgun Gothic"/>
              </a:defRPr>
            </a:lvl4pPr>
            <a:lvl5pPr algn="l">
              <a:defRPr sz="1650" b="1">
                <a:solidFill>
                  <a:srgbClr val="FFFFFF"/>
                </a:solidFill>
                <a:latin typeface="Malgun Gothic"/>
                <a:ea typeface="Malgun Gothic"/>
                <a:cs typeface="Malgun Gothic"/>
              </a:defRPr>
            </a:lvl5pPr>
            <a:lvl6pPr algn="l">
              <a:defRPr sz="1650" b="1">
                <a:solidFill>
                  <a:srgbClr val="FFFFFF"/>
                </a:solidFill>
                <a:latin typeface="Malgun Gothic"/>
                <a:ea typeface="Malgun Gothic"/>
                <a:cs typeface="Malgun Gothic"/>
              </a:defRPr>
            </a:lvl6pPr>
            <a:lvl7pPr algn="l">
              <a:defRPr sz="1650" b="1">
                <a:solidFill>
                  <a:srgbClr val="FFFFFF"/>
                </a:solidFill>
                <a:latin typeface="Malgun Gothic"/>
                <a:ea typeface="Malgun Gothic"/>
                <a:cs typeface="Malgun Gothic"/>
              </a:defRPr>
            </a:lvl7pPr>
            <a:lvl8pPr algn="l">
              <a:defRPr sz="1650" b="1">
                <a:solidFill>
                  <a:srgbClr val="FFFFFF"/>
                </a:solidFill>
                <a:latin typeface="Malgun Gothic"/>
                <a:ea typeface="Malgun Gothic"/>
                <a:cs typeface="Malgun Gothic"/>
              </a:defRPr>
            </a:lvl8pPr>
            <a:lvl9pPr algn="l">
              <a:defRPr sz="1650" b="1">
                <a:solidFill>
                  <a:srgbClr val="FFFFFF"/>
                </a:solidFill>
                <a:latin typeface="Malgun Gothic"/>
                <a:ea typeface="Malgun Gothic"/>
                <a:cs typeface="Malgun Gothic"/>
              </a:defRPr>
            </a:lvl9pPr>
          </a:lstStyle>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기능을 많이 추가하는 것보다, 처음 정의한 문제를 풀도록</a:t>
            </a:r>
          </a:p>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화면·데이터·권한이 올바르게 연결되는 것이 중요했습니다.</a:t>
            </a:r>
          </a:p>
        </p:txBody>
      </p:sp>
      <p:sp>
        <p:nvSpPr>
          <p:cNvPr id="29" name="">
            <a:extLst xmlns:a="http://schemas.openxmlformats.org/drawingml/2006/main">
              <a:ext uri="{FF2B5EF4-FFF2-40B4-BE49-F238E27FC236}">
                <a16:creationId xmlns:a16="http://schemas.microsoft.com/office/drawing/2014/main" id="{F3AC4B93-8ED4-4062-B887-3816D63087A0}"/>
              </a:ext>
            </a:extLst>
          </p:cNvPr>
          <p:cNvSpPr>
            <a:spLocks xmlns:a="http://schemas.openxmlformats.org/drawingml/2006/main" noGrp="1"/>
          </p:cNvSpPr>
          <p:nvPr/>
        </p:nvSpPr>
        <p:spPr>
          <a:xfrm xmlns:a="http://schemas.openxmlformats.org/drawingml/2006/main">
            <a:off x="609600" y="58102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62768A"/>
                </a:solidFill>
                <a:latin typeface="Malgun Gothic"/>
                <a:ea typeface="Malgun Gothic"/>
                <a:cs typeface="Malgun Gothic"/>
              </a:defRPr>
            </a:defPPr>
            <a:lvl1pPr algn="ctr">
              <a:defRPr sz="1200" b="0">
                <a:solidFill>
                  <a:srgbClr val="62768A"/>
                </a:solidFill>
                <a:latin typeface="Malgun Gothic"/>
                <a:ea typeface="Malgun Gothic"/>
                <a:cs typeface="Malgun Gothic"/>
              </a:defRPr>
            </a:lvl1pPr>
            <a:lvl2pPr algn="ctr">
              <a:defRPr sz="1200" b="0">
                <a:solidFill>
                  <a:srgbClr val="62768A"/>
                </a:solidFill>
                <a:latin typeface="Malgun Gothic"/>
                <a:ea typeface="Malgun Gothic"/>
                <a:cs typeface="Malgun Gothic"/>
              </a:defRPr>
            </a:lvl2pPr>
            <a:lvl3pPr algn="ctr">
              <a:defRPr sz="1200" b="0">
                <a:solidFill>
                  <a:srgbClr val="62768A"/>
                </a:solidFill>
                <a:latin typeface="Malgun Gothic"/>
                <a:ea typeface="Malgun Gothic"/>
                <a:cs typeface="Malgun Gothic"/>
              </a:defRPr>
            </a:lvl3pPr>
            <a:lvl4pPr algn="ctr">
              <a:defRPr sz="1200" b="0">
                <a:solidFill>
                  <a:srgbClr val="62768A"/>
                </a:solidFill>
                <a:latin typeface="Malgun Gothic"/>
                <a:ea typeface="Malgun Gothic"/>
                <a:cs typeface="Malgun Gothic"/>
              </a:defRPr>
            </a:lvl4pPr>
            <a:lvl5pPr algn="ctr">
              <a:defRPr sz="1200" b="0">
                <a:solidFill>
                  <a:srgbClr val="62768A"/>
                </a:solidFill>
                <a:latin typeface="Malgun Gothic"/>
                <a:ea typeface="Malgun Gothic"/>
                <a:cs typeface="Malgun Gothic"/>
              </a:defRPr>
            </a:lvl5pPr>
            <a:lvl6pPr algn="ctr">
              <a:defRPr sz="1200" b="0">
                <a:solidFill>
                  <a:srgbClr val="62768A"/>
                </a:solidFill>
                <a:latin typeface="Malgun Gothic"/>
                <a:ea typeface="Malgun Gothic"/>
                <a:cs typeface="Malgun Gothic"/>
              </a:defRPr>
            </a:lvl6pPr>
            <a:lvl7pPr algn="ctr">
              <a:defRPr sz="1200" b="0">
                <a:solidFill>
                  <a:srgbClr val="62768A"/>
                </a:solidFill>
                <a:latin typeface="Malgun Gothic"/>
                <a:ea typeface="Malgun Gothic"/>
                <a:cs typeface="Malgun Gothic"/>
              </a:defRPr>
            </a:lvl7pPr>
            <a:lvl8pPr algn="ctr">
              <a:defRPr sz="1200" b="0">
                <a:solidFill>
                  <a:srgbClr val="62768A"/>
                </a:solidFill>
                <a:latin typeface="Malgun Gothic"/>
                <a:ea typeface="Malgun Gothic"/>
                <a:cs typeface="Malgun Gothic"/>
              </a:defRPr>
            </a:lvl8pPr>
            <a:lvl9pPr algn="ctr">
              <a:defRPr sz="1200" b="0">
                <a:solidFill>
                  <a:srgbClr val="62768A"/>
                </a:solidFill>
                <a:latin typeface="Malgun Gothic"/>
                <a:ea typeface="Malgun Gothic"/>
                <a:cs typeface="Malgun Gothic"/>
              </a:defRPr>
            </a:lvl9pPr>
          </a:lstStyle>
          <a:p xmlns:a="http://schemas.openxmlformats.org/drawingml/2006/main">
            <a:pPr algn="ctr">
              <a:defRPr sz="1200" b="0">
                <a:solidFill>
                  <a:srgbClr val="62768A"/>
                </a:solidFill>
                <a:latin typeface="Malgun Gothic"/>
                <a:ea typeface="Malgun Gothic"/>
                <a:cs typeface="Malgun Gothic"/>
              </a:defRPr>
            </a:pPr>
            <a:r>
              <a:rPr sz="1200" b="0">
                <a:solidFill>
                  <a:srgbClr val="62768A"/>
                </a:solidFill>
                <a:latin typeface="Malgun Gothic"/>
                <a:ea typeface="Malgun Gothic"/>
                <a:cs typeface="Malgun Gothic"/>
              </a:rPr>
              <a:t>화면·데이터·운영·AI를 연결해 기획 의도를 작동하는 서비스로 구체화했습니다.</a:t>
            </a:r>
          </a:p>
        </p:txBody>
      </p:sp>
    </p:spTree>
    <p:extLst>
      <p:ext uri="{BB962C8B-B14F-4D97-AF65-F5344CB8AC3E}">
        <p14:creationId xmlns:p14="http://schemas.microsoft.com/office/powerpoint/2010/main" val="11483207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2026-10-21T00:57:24.6100000Z</dcterms:created>
  <dcterms:modified xsi:type="dcterms:W3CDTF">2026-10-21T00:57:24.6100000Z</dcterms:modified>
</coreProperties>
</file>