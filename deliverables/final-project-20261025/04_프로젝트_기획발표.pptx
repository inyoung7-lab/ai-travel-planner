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388f524e444231" /><Relationship Type="http://schemas.openxmlformats.org/officeDocument/2006/relationships/extended-properties" Target="/docProps/app.xml" Id="R584fd17c7929434b" /><Relationship Type="http://schemas.openxmlformats.org/officeDocument/2006/relationships/officeDocument" Target="/ppt/presentation.xml" Id="Rabbc031819e741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97ee8de4714af0"/>
  </p:sldMasterIdLst>
  <p:notesMasterIdLst>
    <p:notesMasterId xmlns:r="http://schemas.openxmlformats.org/officeDocument/2006/relationships" r:id="Rdff1540955df4ae5"/>
  </p:notesMasterIdLst>
  <p:sldIdLst>
    <p:sldId xmlns:r="http://schemas.openxmlformats.org/officeDocument/2006/relationships" id="256" r:id="R0ccc0ac677f348d5"/>
    <p:sldId xmlns:r="http://schemas.openxmlformats.org/officeDocument/2006/relationships" id="257" r:id="R86bf239700e34bc5"/>
    <p:sldId xmlns:r="http://schemas.openxmlformats.org/officeDocument/2006/relationships" id="258" r:id="Rc5037cc10ea14e0e"/>
    <p:sldId xmlns:r="http://schemas.openxmlformats.org/officeDocument/2006/relationships" id="259" r:id="R5f33eaa4f1eb44e8"/>
    <p:sldId xmlns:r="http://schemas.openxmlformats.org/officeDocument/2006/relationships" id="260" r:id="Rad0441e7905b460b"/>
    <p:sldId xmlns:r="http://schemas.openxmlformats.org/officeDocument/2006/relationships" id="261" r:id="Rbd56091729c340c6"/>
    <p:sldId xmlns:r="http://schemas.openxmlformats.org/officeDocument/2006/relationships" id="262" r:id="R375db28cc80a4734"/>
    <p:sldId xmlns:r="http://schemas.openxmlformats.org/officeDocument/2006/relationships" id="263" r:id="Rbc936a0675a746e0"/>
    <p:sldId xmlns:r="http://schemas.openxmlformats.org/officeDocument/2006/relationships" id="264" r:id="Re0df2a2d65244b48"/>
    <p:sldId xmlns:r="http://schemas.openxmlformats.org/officeDocument/2006/relationships" id="265" r:id="R8aa17d8f366c4d5e"/>
    <p:sldId xmlns:r="http://schemas.openxmlformats.org/officeDocument/2006/relationships" id="266" r:id="R6ed1abc22a5c42d3"/>
    <p:sldId xmlns:r="http://schemas.openxmlformats.org/officeDocument/2006/relationships" id="267" r:id="Re160ce33368d4daa"/>
    <p:sldId xmlns:r="http://schemas.openxmlformats.org/officeDocument/2006/relationships" id="268" r:id="R49a0bad283a543ff"/>
    <p:sldId xmlns:r="http://schemas.openxmlformats.org/officeDocument/2006/relationships" id="269" r:id="R1e40f5f0fe1b489e"/>
    <p:sldId xmlns:r="http://schemas.openxmlformats.org/officeDocument/2006/relationships" id="270" r:id="R90f5f576f5594887"/>
    <p:sldId xmlns:r="http://schemas.openxmlformats.org/officeDocument/2006/relationships" id="271" r:id="R2410b5dfa9c1455d"/>
    <p:sldId xmlns:r="http://schemas.openxmlformats.org/officeDocument/2006/relationships" id="272" r:id="R8a59a51b6562482d"/>
    <p:sldId xmlns:r="http://schemas.openxmlformats.org/officeDocument/2006/relationships" id="273" r:id="Rcd479766f51d4a6f"/>
    <p:sldId xmlns:r="http://schemas.openxmlformats.org/officeDocument/2006/relationships" id="274" r:id="R7ce4379c66ae4fe4"/>
    <p:sldId xmlns:r="http://schemas.openxmlformats.org/officeDocument/2006/relationships" id="275" r:id="R2b8d16e7e33646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190fe913454cf2" /><Relationship Type="http://schemas.openxmlformats.org/officeDocument/2006/relationships/slideMaster" Target="/ppt/slideMasters/slideMaster1.xml" Id="Raf97ee8de4714af0" /><Relationship Type="http://schemas.openxmlformats.org/officeDocument/2006/relationships/notesMaster" Target="/ppt/notesMasters/notesMaster1.xml" Id="Rdff1540955df4ae5" /><Relationship Type="http://schemas.openxmlformats.org/officeDocument/2006/relationships/presProps" Target="/ppt/presProps.xml" Id="Rd54c81783ecc4814" /><Relationship Type="http://schemas.openxmlformats.org/officeDocument/2006/relationships/tableStyles" Target="/ppt/tableStyles.xml" Id="Rad6ee872551a4356" /><Relationship Type="http://schemas.openxmlformats.org/officeDocument/2006/relationships/slide" Target="/ppt/slides/slide1.xml" Id="R0ccc0ac677f348d5" /><Relationship Type="http://schemas.openxmlformats.org/officeDocument/2006/relationships/slide" Target="/ppt/slides/slide2.xml" Id="R86bf239700e34bc5" /><Relationship Type="http://schemas.openxmlformats.org/officeDocument/2006/relationships/slide" Target="/ppt/slides/slide3.xml" Id="Rc5037cc10ea14e0e" /><Relationship Type="http://schemas.openxmlformats.org/officeDocument/2006/relationships/slide" Target="/ppt/slides/slide4.xml" Id="R5f33eaa4f1eb44e8" /><Relationship Type="http://schemas.openxmlformats.org/officeDocument/2006/relationships/slide" Target="/ppt/slides/slide5.xml" Id="Rad0441e7905b460b" /><Relationship Type="http://schemas.openxmlformats.org/officeDocument/2006/relationships/slide" Target="/ppt/slides/slide6.xml" Id="Rbd56091729c340c6" /><Relationship Type="http://schemas.openxmlformats.org/officeDocument/2006/relationships/slide" Target="/ppt/slides/slide7.xml" Id="R375db28cc80a4734" /><Relationship Type="http://schemas.openxmlformats.org/officeDocument/2006/relationships/slide" Target="/ppt/slides/slide8.xml" Id="Rbc936a0675a746e0" /><Relationship Type="http://schemas.openxmlformats.org/officeDocument/2006/relationships/slide" Target="/ppt/slides/slide9.xml" Id="Re0df2a2d65244b48" /><Relationship Type="http://schemas.openxmlformats.org/officeDocument/2006/relationships/slide" Target="/ppt/slides/slide10.xml" Id="R8aa17d8f366c4d5e" /><Relationship Type="http://schemas.openxmlformats.org/officeDocument/2006/relationships/slide" Target="/ppt/slides/slide11.xml" Id="R6ed1abc22a5c42d3" /><Relationship Type="http://schemas.openxmlformats.org/officeDocument/2006/relationships/slide" Target="/ppt/slides/slide12.xml" Id="Re160ce33368d4daa" /><Relationship Type="http://schemas.openxmlformats.org/officeDocument/2006/relationships/slide" Target="/ppt/slides/slide13.xml" Id="R49a0bad283a543ff" /><Relationship Type="http://schemas.openxmlformats.org/officeDocument/2006/relationships/slide" Target="/ppt/slides/slide14.xml" Id="R1e40f5f0fe1b489e" /><Relationship Type="http://schemas.openxmlformats.org/officeDocument/2006/relationships/slide" Target="/ppt/slides/slide15.xml" Id="R90f5f576f5594887" /><Relationship Type="http://schemas.openxmlformats.org/officeDocument/2006/relationships/slide" Target="/ppt/slides/slide16.xml" Id="R2410b5dfa9c1455d" /><Relationship Type="http://schemas.openxmlformats.org/officeDocument/2006/relationships/slide" Target="/ppt/slides/slide17.xml" Id="R8a59a51b6562482d" /><Relationship Type="http://schemas.openxmlformats.org/officeDocument/2006/relationships/slide" Target="/ppt/slides/slide18.xml" Id="Rcd479766f51d4a6f" /><Relationship Type="http://schemas.openxmlformats.org/officeDocument/2006/relationships/slide" Target="/ppt/slides/slide19.xml" Id="R7ce4379c66ae4fe4" /><Relationship Type="http://schemas.openxmlformats.org/officeDocument/2006/relationships/slide" Target="/ppt/slides/slide20.xml" Id="R2b8d16e7e33646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11a3856ed342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becfdf4a004d55" /><Relationship Type="http://schemas.openxmlformats.org/officeDocument/2006/relationships/notesMaster" Target="/ppt/notesMasters/notesMaster1.xml" Id="R9828b6c3b5b34f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ddb3deb5eb4a2e" /><Relationship Type="http://schemas.openxmlformats.org/officeDocument/2006/relationships/notesMaster" Target="/ppt/notesMasters/notesMaster1.xml" Id="Rfb0dcd0e24c345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f23ae299204d9b" /><Relationship Type="http://schemas.openxmlformats.org/officeDocument/2006/relationships/notesMaster" Target="/ppt/notesMasters/notesMaster1.xml" Id="R6dc3bc47fb2e41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df9383ce524eb7" /><Relationship Type="http://schemas.openxmlformats.org/officeDocument/2006/relationships/notesMaster" Target="/ppt/notesMasters/notesMaster1.xml" Id="R25c504b053354c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8603f9880d4eb6" /><Relationship Type="http://schemas.openxmlformats.org/officeDocument/2006/relationships/notesMaster" Target="/ppt/notesMasters/notesMaster1.xml" Id="R9fc161f6e27e43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2f8f1c7e6d4822" /><Relationship Type="http://schemas.openxmlformats.org/officeDocument/2006/relationships/notesMaster" Target="/ppt/notesMasters/notesMaster1.xml" Id="Red8947b7fa8942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29937074394b82" /><Relationship Type="http://schemas.openxmlformats.org/officeDocument/2006/relationships/notesMaster" Target="/ppt/notesMasters/notesMaster1.xml" Id="Ra6c78c785a3242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b37de594dd49ad" /><Relationship Type="http://schemas.openxmlformats.org/officeDocument/2006/relationships/notesMaster" Target="/ppt/notesMasters/notesMaster1.xml" Id="R9358c094f85b4e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0b179787144813" /><Relationship Type="http://schemas.openxmlformats.org/officeDocument/2006/relationships/notesMaster" Target="/ppt/notesMasters/notesMaster1.xml" Id="R29167bd51fd14d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35555922494408" /><Relationship Type="http://schemas.openxmlformats.org/officeDocument/2006/relationships/notesMaster" Target="/ppt/notesMasters/notesMaster1.xml" Id="Rfceb990688d44f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986c24a6644ca3" /><Relationship Type="http://schemas.openxmlformats.org/officeDocument/2006/relationships/notesMaster" Target="/ppt/notesMasters/notesMaster1.xml" Id="R469d01529cc446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bc6bda758e47b8" /><Relationship Type="http://schemas.openxmlformats.org/officeDocument/2006/relationships/notesMaster" Target="/ppt/notesMasters/notesMaster1.xml" Id="R9dda3171e1194ee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1f3303b28042c1" /><Relationship Type="http://schemas.openxmlformats.org/officeDocument/2006/relationships/notesMaster" Target="/ppt/notesMasters/notesMaster1.xml" Id="R4d0502b631fc4f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28fc92aa7b4eac" /><Relationship Type="http://schemas.openxmlformats.org/officeDocument/2006/relationships/notesMaster" Target="/ppt/notesMasters/notesMaster1.xml" Id="R740faf1f64b441e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e7e25bb28904aea" /><Relationship Type="http://schemas.openxmlformats.org/officeDocument/2006/relationships/notesMaster" Target="/ppt/notesMasters/notesMaster1.xml" Id="Rc1ee1a379a40425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e3d613b6e940c2" /><Relationship Type="http://schemas.openxmlformats.org/officeDocument/2006/relationships/notesMaster" Target="/ppt/notesMasters/notesMaster1.xml" Id="R67e9b7b8a3044c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a23ae4af0b4eb6" /><Relationship Type="http://schemas.openxmlformats.org/officeDocument/2006/relationships/notesMaster" Target="/ppt/notesMasters/notesMaster1.xml" Id="Rbd626d5ecabb465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55f2a0c6a9b44a5" /><Relationship Type="http://schemas.openxmlformats.org/officeDocument/2006/relationships/notesMaster" Target="/ppt/notesMasters/notesMaster1.xml" Id="Rd7dfc1377daf44d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3aa5cc2afa84e19" /><Relationship Type="http://schemas.openxmlformats.org/officeDocument/2006/relationships/notesMaster" Target="/ppt/notesMasters/notesMaster1.xml" Id="Rf30c6e8e83404ab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aa21ae6705447d3" /><Relationship Type="http://schemas.openxmlformats.org/officeDocument/2006/relationships/notesMaster" Target="/ppt/notesMasters/notesMaster1.xml" Id="R897d024b634649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사진: Ashy Minivet, 설악산, CC0. public/images/destinations/credits.json 9135. 개발 기간 약 2주는 팀 제공 정보.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 문제 정의, 개발 대화의 권역·편집 요청. 사용자 유형과 시간 절감은 검증 가설.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src/pages/mytrip/ManualTrip.jsx, src/pages/AiItinerary.jsx, docs/local-eum/host-operations-guide.md. 인터뷰 통계가 아닌 설계 유형.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src/App.jsx, server/mytrip.js, server/community.js.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src/lib/manualItinerary.js, src/lib/itineraryRepository.js, travel_itineraries JSONB.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 제공 실제 개발 화면. 12,556은 2026-10-25 관광지 분류 snapshot. 원본 전체와 구분. 근거: server/sync-tourism.js, placeDetailRepository.js.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 제공 실제 개발 화면. 근거: server/itinerary.js, itineraryContext.js. 운영시간·가격·교통 소요시간은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src/pages/mytrip/ManualTrip.jsx, src/lib/manualItinerary.js, server/mytrip.js.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 제공 실제 개발 화면. 종료일 기준 지난 일정 분류이며 방문 인증이 아님. 근거: server/mytrip.js, TripHistoryDetail.jsx.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docs/local-eum/host-operations-guide.md, host_self_registration 마이그레이션. 실제 결제와 데모 범위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server/itinerary.js, itineraryContext.js, savedTourRepository.js. SQL 조건·공개 여부 조회와 규칙 선별을 거쳐 LLM 문맥 제공. 벡터 인덱스 미사용.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itineraryContext.js. 같은 시·군·구와 대표 anchor 반경. 자차15/대중교통8/도보·택시4km. Open-Meteo 실제 응답 날짜만 사용. 계절은 키워드 참고.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supabase/functions/local-eum-agent/agent-core.mjs, codyssey-client.mjs. 고정 4도구와 최종 보고서의 일반 채팅 어댑터. 도구 인자·출처·계산 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server/server.js, server/db.js, src/lib/manualItinerary.js, local-eum-agent/index.ts. 외부 정보와 모델은 서버가 호출. DB는 외부 API를 직접 호출하지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server/sync-tourism.js, supabase/migrations/202610250005_tour_sync.sql, src/lib/manualItinerary.js. 수동 편집 버전 검사와 AI RPC 저장은 경로를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실제 개발 대화와 해당 구현 파일. 최소 5명의 외부 사용성 조사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최근 충돌 통합 검사: test:travel42, test:supabase40, 상세·캐시8. 실제 연동2는 이전 시나리오, Agent16은 모의 모델. 일부 중복. UI 전체 최근 검수 미완료.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제공 역할과 약 2주 총 개발 기간. 개인별 세부 시간·커밋 비율·날짜별 이력은 산정하지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외부 사용자 테스트 미실시. 공개 배포 전체 검증 미확정. 사용자 결과·만족도·시간 절감 수치를 임의 생성하지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사진: 서울관광 아카이브, 경복궁, KOGL Type1. public/images/destinations/credits.json 6611. 운영 전 현장 정보 확인 필요.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f187f30e924cc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08e89184d348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ac2ed6ebd744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b7a689af34a9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dd09a4c5f846a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89113fc0b249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DF2322-735B-4029-9D9C-B0A705246F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940D491-312F-4440-BC45-666A4B7F84E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23F426A-B3AA-4C4F-AADE-1A7E81FAE1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B946F1-30C9-4D57-9E7F-1EC045434C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DF8F8DE-FEB1-4F68-AFF5-FAFADBD48F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5742B6-BF77-4A21-B7A5-02097A7A2E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CFF0546-B434-4146-9FE9-6C344C9A86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C9CDB22-44BB-4E4B-9FE9-489022B52A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C03FEA-93DA-4CCB-9479-80869E3BB3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EC8720-6649-4D00-B070-6AE2E2890B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16737953bb4263" /><Relationship Type="http://schemas.openxmlformats.org/officeDocument/2006/relationships/slideLayout" Target="/ppt/slideLayouts/slideLayout1.xml" Id="R743c9555414d4284" /><Relationship Type="http://schemas.openxmlformats.org/officeDocument/2006/relationships/slideLayout" Target="/ppt/slideLayouts/slideLayout2.xml" Id="Rfdb29d625eee421c" /><Relationship Type="http://schemas.openxmlformats.org/officeDocument/2006/relationships/slideLayout" Target="/ppt/slideLayouts/slideLayout3.xml" Id="R26327ac64213469c" /><Relationship Type="http://schemas.openxmlformats.org/officeDocument/2006/relationships/slideLayout" Target="/ppt/slideLayouts/slideLayout4.xml" Id="Ra4090af0e5c24af4" /><Relationship Type="http://schemas.openxmlformats.org/officeDocument/2006/relationships/slideLayout" Target="/ppt/slideLayouts/slideLayout5.xml" Id="Rcb0c25cb53ad4363" /><Relationship Type="http://schemas.openxmlformats.org/officeDocument/2006/relationships/slideLayout" Target="/ppt/slideLayouts/slideLayout6.xml" Id="R9e4722f589264a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3c9555414d4284"/>
    <p:sldLayoutId xmlns:r="http://schemas.openxmlformats.org/officeDocument/2006/relationships" id="2147483650" r:id="Rfdb29d625eee421c"/>
    <p:sldLayoutId xmlns:r="http://schemas.openxmlformats.org/officeDocument/2006/relationships" id="2147483651" r:id="R26327ac64213469c"/>
    <p:sldLayoutId xmlns:r="http://schemas.openxmlformats.org/officeDocument/2006/relationships" id="2147483652" r:id="Ra4090af0e5c24af4"/>
    <p:sldLayoutId xmlns:r="http://schemas.openxmlformats.org/officeDocument/2006/relationships" id="2147483653" r:id="Rcb0c25cb53ad4363"/>
    <p:sldLayoutId xmlns:r="http://schemas.openxmlformats.org/officeDocument/2006/relationships" id="2147483654" r:id="R9e4722f589264a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86e8c2b49244ce" /><Relationship Type="http://schemas.openxmlformats.org/officeDocument/2006/relationships/image" Target="/ppt/media/image.jpeg" Id="R2ccb595f9e964468" /><Relationship Type="http://schemas.openxmlformats.org/officeDocument/2006/relationships/notesSlide" Target="/ppt/notesSlides/notesSlide1.xml" Id="R7da9467bf84241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8f25b448d14150" /><Relationship Type="http://schemas.openxmlformats.org/officeDocument/2006/relationships/notesSlide" Target="/ppt/notesSlides/notesSlide2.xml" Id="Re6de81987c364e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02df34150c46e2" /><Relationship Type="http://schemas.openxmlformats.org/officeDocument/2006/relationships/notesSlide" Target="/ppt/notesSlides/notesSlide3.xml" Id="R2c746b72abf54b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17a597cf324a7e" /><Relationship Type="http://schemas.openxmlformats.org/officeDocument/2006/relationships/notesSlide" Target="/ppt/notesSlides/notesSlide4.xml" Id="Raa59d9065bcc4d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4dc73ac8b54371" /><Relationship Type="http://schemas.openxmlformats.org/officeDocument/2006/relationships/notesSlide" Target="/ppt/notesSlides/notesSlide5.xml" Id="R8c644da4051f4e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b9929af93c4141" /><Relationship Type="http://schemas.openxmlformats.org/officeDocument/2006/relationships/image" Target="/ppt/media/image.png" Id="R489b5b0accd843d5" /><Relationship Type="http://schemas.openxmlformats.org/officeDocument/2006/relationships/notesSlide" Target="/ppt/notesSlides/notesSlide6.xml" Id="R3fc368f96b3e452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656960689f41e5" /><Relationship Type="http://schemas.openxmlformats.org/officeDocument/2006/relationships/image" Target="/ppt/media/image2.png" Id="Rbc79ba5649b54706" /><Relationship Type="http://schemas.openxmlformats.org/officeDocument/2006/relationships/notesSlide" Target="/ppt/notesSlides/notesSlide7.xml" Id="Rceafd3fb8d1747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4d6d1ee28d4414" /><Relationship Type="http://schemas.openxmlformats.org/officeDocument/2006/relationships/notesSlide" Target="/ppt/notesSlides/notesSlide8.xml" Id="Rd3f1549417e34a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33de782f214327" /><Relationship Type="http://schemas.openxmlformats.org/officeDocument/2006/relationships/image" Target="/ppt/media/image3.png" Id="Rd048951b377c47a6" /><Relationship Type="http://schemas.openxmlformats.org/officeDocument/2006/relationships/notesSlide" Target="/ppt/notesSlides/notesSlide9.xml" Id="Rad14977c22bd40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c09eeb9db34a20" /><Relationship Type="http://schemas.openxmlformats.org/officeDocument/2006/relationships/notesSlide" Target="/ppt/notesSlides/notesSlide10.xml" Id="R8730c47fa18445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45d03dd9804585" /><Relationship Type="http://schemas.openxmlformats.org/officeDocument/2006/relationships/notesSlide" Target="/ppt/notesSlides/notesSlide11.xml" Id="R1e314187327446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7e0f1fec5c4a21" /><Relationship Type="http://schemas.openxmlformats.org/officeDocument/2006/relationships/notesSlide" Target="/ppt/notesSlides/notesSlide12.xml" Id="R3b0f75fa54644b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e9e0e857204d67" /><Relationship Type="http://schemas.openxmlformats.org/officeDocument/2006/relationships/notesSlide" Target="/ppt/notesSlides/notesSlide13.xml" Id="Ra438794044a64b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451349676e4160" /><Relationship Type="http://schemas.openxmlformats.org/officeDocument/2006/relationships/notesSlide" Target="/ppt/notesSlides/notesSlide14.xml" Id="R1d3330acedbd4b8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166faa7e49481a" /><Relationship Type="http://schemas.openxmlformats.org/officeDocument/2006/relationships/notesSlide" Target="/ppt/notesSlides/notesSlide15.xml" Id="R32656b6d3885401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33112bd52c4f9a" /><Relationship Type="http://schemas.openxmlformats.org/officeDocument/2006/relationships/notesSlide" Target="/ppt/notesSlides/notesSlide16.xml" Id="R4382a5f99b4a4d0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974ef3a83949bb" /><Relationship Type="http://schemas.openxmlformats.org/officeDocument/2006/relationships/notesSlide" Target="/ppt/notesSlides/notesSlide17.xml" Id="R5d90cf8afc18485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1a2f5494074932" /><Relationship Type="http://schemas.openxmlformats.org/officeDocument/2006/relationships/notesSlide" Target="/ppt/notesSlides/notesSlide18.xml" Id="Raa4e89fe171d47f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0c0697215a4d25" /><Relationship Type="http://schemas.openxmlformats.org/officeDocument/2006/relationships/notesSlide" Target="/ppt/notesSlides/notesSlide19.xml" Id="R91de0b3bb4364f5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49b816fbc842e7" /><Relationship Type="http://schemas.openxmlformats.org/officeDocument/2006/relationships/image" Target="/ppt/media/image2.jpeg" Id="R6e3c4faadf6e4834" /><Relationship Type="http://schemas.openxmlformats.org/officeDocument/2006/relationships/notesSlide" Target="/ppt/notesSlides/notesSlide20.xml" Id="Rfb4dc07d308a4e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03C44-411E-4824-986F-950C57BC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169AA-7F21-42A8-881E-566678FA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069B47-CA8F-437B-99EC-DDD73A04A9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b595f9e964468"/>
          <a:srcRect xmlns:a="http://schemas.openxmlformats.org/drawingml/2006/main" l="31885" t="0" r="318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CA93F-F7BD-489D-B35F-3C7320DA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여행, 한걸음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DFBE4-0B25-456A-8E24-B799CB87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 기반 국내 여행 계획 서비스</a:t>
            </a:r>
          </a:p>
          <a:p xmlns:a="http://schemas.openxmlformats.org/drawingml/2006/main">
            <a: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기간 약 2주 · 팀 5명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7F0C2-DBEB-40F4-9523-8FDB418D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102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탐색 · 계획 · 기록</a:t>
            </a:r>
          </a:p>
        </p:txBody>
      </p:sp>
    </p:spTree>
    <p:extLst>
      <p:ext uri="{BB962C8B-B14F-4D97-AF65-F5344CB8AC3E}">
        <p14:creationId xmlns:p14="http://schemas.microsoft.com/office/powerpoint/2010/main" val="6345323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31C8B-B823-4D7D-A9D2-EE3588AA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133D5A-45E2-4417-BE2B-2C461B02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65E17-FB9E-4508-8A24-D6EB7562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 계획에서 생기는 부담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90DD5-D92E-45BE-B18F-E1BD5E5C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문제: 정보 탐색 이후의 날짜별 조합과 수정 부담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E3E28-41C8-4B14-9301-14042410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5143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실제 장소를 근거로</a:t>
            </a:r>
          </a:p>
          <a:p xmlns:a="http://schemas.openxmlformats.org/drawingml/2006/main">
            <a:pPr>
              <a:def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수정 가능한 일정 초안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313F7-503C-4D18-B9DA-BA6D19A2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050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흩어진 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88267B-50CD-4A08-8182-527F3207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5272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관광지·음식점·숙소를 따로 비교합니다.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E3A60-B24F-4001-BE36-00E19630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0520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멀어진 동선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17BF5E-CC44-4753-AA04-192C4C34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도 전체의 추천이 서로 다른 도시를 오갑니다.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8EFE4-C2C1-4F45-9D2E-BF4EDDCC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05350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수정과 재조회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ABE8D7-F785-44BF-8F7E-FD30C02A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53025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추천 뒤에도 장소를 바꾸고 저장할 수 있어야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2546009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445A7C-6D3F-4959-A8D8-700286BC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1EAF0-9286-420C-BEBB-6BE37B4A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C3827-34C3-44E0-92DB-11CB6BD0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대상 사용자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2A9A0-0212-405B-97E9-6FCEC711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사용자 유형별로 탐색·계획·호스트 운영의 책임을 구분했습니다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C0E2B-C5D1-4092-BF88-7BA86352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A3DEB-94D6-46EE-9B2B-6AADBFF3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초안이 필요한 여행자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88C28-6F28-4748-B688-DF2E2DC0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지역과 기간은 정했지만 코스 작성이 부담됩니다.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79F37D-070A-40F7-BE04-F8D5E5F8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조건을 입력하고 AI 초안을 조정합니다.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AD906F-0956-4280-9DDF-D6F6F95B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6B5C9-BF76-499C-B001-C99A8DBD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직접 계획하는 여행자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8E629F-F18F-4CB8-9C60-B0F693E8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가고 싶은 장소를 직접 골라 조합하고 싶습니다.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9A3258-D7CF-4BE4-8D65-28972F7D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빈 일정에 날짜별 장소를 담습니다.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1BE44-175B-4023-9EDA-B7073E77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8175C-5CC9-4B02-8611-A3B2A7FE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 체험 호스트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E7732-E0C8-461B-9BD7-D1DBFB32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체험의 차별점과 운영안을 구체화하고 싶습니다.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5AC1F-577A-4B27-B2B1-89EE6F99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 진단과 본인 체험 관리 기능을 사용합니다.</a:t>
            </a:r>
          </a:p>
        </p:txBody>
      </p:sp>
    </p:spTree>
    <p:extLst>
      <p:ext uri="{BB962C8B-B14F-4D97-AF65-F5344CB8AC3E}">
        <p14:creationId xmlns:p14="http://schemas.microsoft.com/office/powerpoint/2010/main" val="20005070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D58794-A139-40A0-AEB1-E2DB3D3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2AF43-133A-40B1-AA80-58A57120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F6551-040A-4DCA-96D9-E714B58D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서비스 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60D7D-0B6A-4AB1-AA61-0E898214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탐색과 계획, 여행 후 기록을 연결합니다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669BC-A020-4B77-BAAB-6B4940C1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CB067A-700D-47DC-9DB0-0EF62C9E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여행지 탐색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A0776-8F30-4C9B-A370-B3B8F962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관광정보 DB에서 지역·키워드로 장소를 찾습니다.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8B3BC4-43C6-4A91-A9C0-8568C730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찜과 회원 활동 추이를 확인합니다.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CB7D46-8D8F-48ED-87B7-2D290D97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E205B-5E3F-48B9-82EE-7D713AA2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AI와 직접 일정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C26F44-D908-446E-9B21-7A6674DC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조건에 맞는 AI 초안을 받거나 직접 코스를 만듭니다.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34DCB-FD5A-4956-8947-9BEAFBF1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순서·시간·장소를 편집하고 저장합니다.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578DB6-AD4C-4BEE-82C6-E8167F11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E3B3CF-2DE3-49CF-AB33-72633D7B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기록과 지역 체험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19F45-14D6-4684-9443-A04ECE74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지난 일정을 다시 열고 장소별 리뷰를 씁니다.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62BCC0-683A-4A6E-AA49-6A3B2DD4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로컬 체험과 호스트 운영 기능을 제공합니다.</a:t>
            </a:r>
          </a:p>
        </p:txBody>
      </p:sp>
    </p:spTree>
    <p:extLst>
      <p:ext uri="{BB962C8B-B14F-4D97-AF65-F5344CB8AC3E}">
        <p14:creationId xmlns:p14="http://schemas.microsoft.com/office/powerpoint/2010/main" val="15803323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C94FB-412E-4596-9C54-E330BB51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9072C-9066-4C96-BA25-438D81F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3D28CF-4E62-4B6E-B8B4-CBAC9674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여행자의 이용 흐름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E8211-1E81-43B5-8F54-E50B3746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AI와 직접 작성의 결과를 회원별 공통 일정 구조에 저장합니다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4D0C45-ADC2-46E5-8B6D-31917D70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4B2FA5-19FD-4C07-A525-0AE6800E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탐색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895C51-FAFC-43EF-AF34-D27DC450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지역과 장소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01943-8A8C-415D-AF2E-DE60781C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84580-B511-46C9-AACA-DC41F867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19DDD-20DB-4BA6-B4C4-9848087A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 생성 또는 직접 작성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96655-4FDF-4D97-81F6-E6277FD3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33D47-DB88-479E-A508-14C89DDF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편집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23538-2F7B-448F-AD21-8F63E779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일차·순서·시간 조정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3E27C-CE8C-40BD-853A-25B23FE0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D759CB-7B71-4F69-93B1-8598C561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3E65A6-68DF-4E23-A865-8A350E51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저장·재조회·리뷰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2A017D-7876-4BC0-A861-4FDC31FE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007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찜은 관심 장소를 보관하고, 일정에 담기는 실제 여행 계획에 추가합니다.</a:t>
            </a:r>
          </a:p>
        </p:txBody>
      </p:sp>
    </p:spTree>
    <p:extLst>
      <p:ext uri="{BB962C8B-B14F-4D97-AF65-F5344CB8AC3E}">
        <p14:creationId xmlns:p14="http://schemas.microsoft.com/office/powerpoint/2010/main" val="17340814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109BE-F88C-4DFB-B0D7-CBE1E65C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7F19F-EF52-4C6B-BC48-A987B386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DC9C2-1C14-4131-8DCF-361E017C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여행지 탐색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5164B-C1DE-4332-9AB9-2FECE8C8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원본 수집과 화면 조회를 분리한 DB 중심 구조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02121-3C70-44D8-BABC-B4F047B40E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b5b0accd843d5"/>
          <a:stretch xmlns:a="http://schemas.openxmlformats.org/drawingml/2006/main"/>
        </p:blipFill>
        <p:spPr>
          <a:xfrm xmlns:a="http://schemas.openxmlformats.org/drawingml/2006/main">
            <a:off x="514350" y="2227326"/>
            <a:ext cx="7715250" cy="364159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C7E04-69F1-4085-B974-06B21631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12,556곳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DD022-C81F-40A7-9940-A6077645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2026-10-25 관광지 분류 확인값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01F149-D800-48BA-AEA4-71DA7CE2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DB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D38CB-907A-4A45-991E-E619D3C4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검색·지역 필터·페이지 적용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038C07-3462-4882-9B8F-8403FC80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815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필요한 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D8097F-4EDB-436D-9C9C-E2919CB1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387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사진과 상세, 찜과 일정 담기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2856A0-04B3-49F5-916F-FEA1A173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중 실제 화면 캡처. 건수는 2026-10-25 확인 시점 기준.</a:t>
            </a:r>
          </a:p>
        </p:txBody>
      </p:sp>
    </p:spTree>
    <p:extLst>
      <p:ext uri="{BB962C8B-B14F-4D97-AF65-F5344CB8AC3E}">
        <p14:creationId xmlns:p14="http://schemas.microsoft.com/office/powerpoint/2010/main" val="16020458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B1A7A-DC3E-49DE-961D-97DB1B63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9F947-05C1-4C5B-AA4F-D48F2B36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02B47B-0760-4660-A8B9-33CE7A1F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 여행 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9C5DD-629F-40F0-A8DE-006D7246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DB 후보 검색과 권역 선별 후 모델이 날짜별 초안을 구성합니다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D54BD-E2CF-47B0-BC52-89E92FE2F6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9ba5649b54706"/>
          <a:stretch xmlns:a="http://schemas.openxmlformats.org/drawingml/2006/main"/>
        </p:blipFill>
        <p:spPr>
          <a:xfrm xmlns:a="http://schemas.openxmlformats.org/drawingml/2006/main">
            <a:off x="784617" y="2190750"/>
            <a:ext cx="7174716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53525-4C54-4ACE-BD02-27587FB3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여행 조건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88587-95BD-4952-B400-2EBCFCBB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기간·지역·인원·예산·스타일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1F8A71-052F-4BFE-A1C3-EE40012A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날짜별 코스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AFD2CF-E21D-4C89-912F-A6E1EEC9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사진·시간·이유와 위치 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79541-68A7-4DA9-AE91-F06E501A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815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사용자 편집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021926-5596-40E6-B88E-0EEF6F75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387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순서와 장소를 바꾸고 저장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F274E-60FB-4AD2-94CB-B1F2FC9B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중 실제 화면 캡처. 실제 도로 시간과 영업·가격 확정은 별도 확인 대상입니다.</a:t>
            </a:r>
          </a:p>
        </p:txBody>
      </p:sp>
    </p:spTree>
    <p:extLst>
      <p:ext uri="{BB962C8B-B14F-4D97-AF65-F5344CB8AC3E}">
        <p14:creationId xmlns:p14="http://schemas.microsoft.com/office/powerpoint/2010/main" val="12474129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298A8-50A0-4B5F-BF03-C1BA8205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B709-352C-4DF8-BBAD-95F0DD6A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35739-56D0-4F96-BB90-4D0CC127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직접 만드는 나의 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C97948-CE61-4A07-85A9-9C30D0A0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AI를 사용하지 않아도 원하는 장소로 계획할 수 있습니다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5735B2-FDBE-4769-A172-D3609442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5D56E-E5D3-4604-871B-C372D485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빈 일정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C95EF7-2A5E-4F5D-868F-D93D9EF7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이름과 여행 날짜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DDD8D-FCA8-49F3-83EC-0D68D7A2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50A9A-E148-4CFE-8ECC-D78626EE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날짜에 담기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0923F-9F5C-43DF-80C0-34E630FE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여행지 찾기에서 일차 선택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2E41BF-3C46-4C0E-8EEB-921E7643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C03571-D06D-405A-8CBC-C8BB28D8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내 코스 편집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45A0C-7678-4C7D-B1FB-889BE128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장소 이동·시간·삭제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7DEE0A-C189-4E66-A6FF-21AA08F7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58B28F-CB4B-41F5-857A-0F0DC0B8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14725"/>
            <a:ext cx="2609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계정에 저장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8586D1-0678-4C33-B7BE-09336EE9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다른 세션에서 다시 열기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21FC2F-309C-4150-AC86-EB1D9534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007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같은 일차의 장소 중복을 막고, 저장 충돌은 덮어쓰지 않고 안내합니다.</a:t>
            </a:r>
          </a:p>
        </p:txBody>
      </p:sp>
    </p:spTree>
    <p:extLst>
      <p:ext uri="{BB962C8B-B14F-4D97-AF65-F5344CB8AC3E}">
        <p14:creationId xmlns:p14="http://schemas.microsoft.com/office/powerpoint/2010/main" val="13962000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56DAF7-EA47-4FFF-B2A0-363A54B5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A593F-4198-4281-B8AE-0A250840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9DD72-1DFC-40DF-95BC-7690B26E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 기록과 커뮤니티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84F86-4EE1-4E40-9740-5DAB7386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저장한 여행 하나에서 전체 코스와 장소별 리뷰로 이어집니다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EB44F-00D3-42B2-AB0D-8430A373BA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8951b377c47a6"/>
          <a:stretch xmlns:a="http://schemas.openxmlformats.org/drawingml/2006/main"/>
        </p:blipFill>
        <p:spPr>
          <a:xfrm xmlns:a="http://schemas.openxmlformats.org/drawingml/2006/main">
            <a:off x="701823" y="2190750"/>
            <a:ext cx="7340304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1AE670-36FE-48A3-97BC-9C75FCB0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431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지난 일정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73662-CE24-4482-90D7-70978DD2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종료일 기준으로 여행을 묶습니다.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8EEF1-6FD1-48ED-9D2D-AB3B4358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전체 코스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8213F-2F02-49C6-A86B-FBFD2800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195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모든 날짜의 장소를 다시 봅니다.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AE07A-7589-4B1F-A6A4-667F61D1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81550"/>
            <a:ext cx="295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장소별 리뷰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8768E-0781-4FC4-9F7F-23A62A31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387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선택한 장소에 후기·별점을 남깁니다.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15F11-945B-4CC8-824E-B73EFABC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중 화면. 현행 목록은 일정 3개·찜 6개 단위의 페이지로 분리합니다.</a:t>
            </a:r>
          </a:p>
        </p:txBody>
      </p:sp>
    </p:spTree>
    <p:extLst>
      <p:ext uri="{BB962C8B-B14F-4D97-AF65-F5344CB8AC3E}">
        <p14:creationId xmlns:p14="http://schemas.microsoft.com/office/powerpoint/2010/main" val="9608136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3173-BBB6-44A4-8A8A-F7BB6688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BAE16-638E-4F7A-9020-8E85C013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A7744-9EEE-460E-A284-4AD048CE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로컬 체험과 호스트 운영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600ADB-BA68-43CD-84A6-0A6D9EBD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여행자에게는 체험 탐색, 호스트에게는 운영과 AI 진단을 제공합니다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8F193-397C-4750-990C-F18A4087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C9FB40-B408-40A1-9341-4697D8E2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A7623-8A65-4991-BDD9-B93D6810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체험과 회차 정보를 확인합니다.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00471-00C1-44DD-A97F-C80BF6C5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신청 흐름은 공개 범위와 데모 상태를 구분합니다.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03780-5D78-46D7-B329-E7C0E33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FC1CD4-17CF-4D61-B150-61947859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4B868F-54A2-4570-A9E8-9CC58629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본인 프로필과 체험·회차를 관리합니다.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6EB5A1-2883-4699-8AD3-B5CAD70B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일반 회원의 새 프로필은 비공개 승인 대기입니다.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6CDCB9-C1D6-4136-BD07-563047AA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00013-287C-46F3-82AF-5D81CD67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AI 기획·진단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35BFAB-F8F9-4323-B7C6-D3678C2C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기존 체험과 지역 지식을 근거로 검토합니다.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DE0155-DE92-4E88-9969-C21F4D59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운영안은 호스트가 확인한 뒤 별도로 저장합니다.</a:t>
            </a:r>
          </a:p>
        </p:txBody>
      </p:sp>
    </p:spTree>
    <p:extLst>
      <p:ext uri="{BB962C8B-B14F-4D97-AF65-F5344CB8AC3E}">
        <p14:creationId xmlns:p14="http://schemas.microsoft.com/office/powerpoint/2010/main" val="18035921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287DB-795B-4CBC-A1C6-8BDC0E3774E7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57556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4C2B3-1B78-4046-8CCB-2AE8F15B05F0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4632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51DCB-1C67-4E59-AF61-8F23EA8B8C27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11708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A11B06-2835-4A1F-AB53-F5D2E91997A3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387840" y="32670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C992DA-8D80-40BC-A107-C7503852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B1022F-3903-4451-AC05-BC715AE3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D7218-B1C7-4B15-AA5A-03D3BD86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SQL 조건 검색 기반 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498FA7-F19F-40A0-96F5-3D2E7774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지역·유형·공개 여부를 검색하고 좌표·날짜 규칙으로 후보를 선별합니다</a:t>
            </a:r>
          </a:p>
        </p:txBody>
      </p:sp>
      <p:sp>
        <p:nvSpPr>
          <p:cNvPr id="10" name="pipe0">
            <a:extLst xmlns:a="http://schemas.openxmlformats.org/drawingml/2006/main">
              <a:ext uri="{FF2B5EF4-FFF2-40B4-BE49-F238E27FC236}">
                <a16:creationId xmlns:a16="http://schemas.microsoft.com/office/drawing/2014/main" id="{A394B0C4-9CE1-4CC2-9C38-478BFCC7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조건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05C14-4F80-4C48-8806-4912251A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날짜·기간·지역</a:t>
            </a:r>
          </a:p>
        </p:txBody>
      </p:sp>
      <p:sp>
        <p:nvSpPr>
          <p:cNvPr id="12" name="pipe1">
            <a:extLst xmlns:a="http://schemas.openxmlformats.org/drawingml/2006/main">
              <a:ext uri="{FF2B5EF4-FFF2-40B4-BE49-F238E27FC236}">
                <a16:creationId xmlns:a16="http://schemas.microsoft.com/office/drawing/2014/main" id="{F08063B3-F45B-497B-A20B-1A00AD36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DB 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F084A-6C9D-4437-A88E-46369296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장소·음식점·숙박</a:t>
            </a:r>
          </a:p>
        </p:txBody>
      </p:sp>
      <p:sp>
        <p:nvSpPr>
          <p:cNvPr id="14" name="pipe2">
            <a:extLst xmlns:a="http://schemas.openxmlformats.org/drawingml/2006/main">
              <a:ext uri="{FF2B5EF4-FFF2-40B4-BE49-F238E27FC236}">
                <a16:creationId xmlns:a16="http://schemas.microsoft.com/office/drawing/2014/main" id="{DF9BF05C-4034-4A28-BBAD-6F9E2B6B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맥락 보강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15889-B1E9-45C4-B994-3D922E2A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권역·날씨·행사</a:t>
            </a:r>
          </a:p>
        </p:txBody>
      </p:sp>
      <p:sp>
        <p:nvSpPr>
          <p:cNvPr id="16" name="pipe3">
            <a:extLst xmlns:a="http://schemas.openxmlformats.org/drawingml/2006/main">
              <a:ext uri="{FF2B5EF4-FFF2-40B4-BE49-F238E27FC236}">
                <a16:creationId xmlns:a16="http://schemas.microsoft.com/office/drawing/2014/main" id="{1342164C-536F-4C72-9332-BFC3142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8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LLM 생성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420558-D648-4292-A696-9924A397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8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허용된 후보 ID</a:t>
            </a:r>
          </a:p>
        </p:txBody>
      </p:sp>
      <p:sp>
        <p:nvSpPr>
          <p:cNvPr id="18" name="pipe4">
            <a:extLst xmlns:a="http://schemas.openxmlformats.org/drawingml/2006/main">
              <a:ext uri="{FF2B5EF4-FFF2-40B4-BE49-F238E27FC236}">
                <a16:creationId xmlns:a16="http://schemas.microsoft.com/office/drawing/2014/main" id="{7AA36868-1ED0-4577-A2F4-3E9F1FFE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2743200"/>
            <a:ext cx="204216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42875" tIns="142875" rIns="142875" bIns="142875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결과 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EDF0EE-4AB8-4312-B264-44C8932D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4095750"/>
            <a:ext cx="20421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일수·날짜·권역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45949-3260-4CA8-B180-C0DF0EA2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007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검색 근거를 LLM 문맥에 전달합니다. 의미 유사도 검색이 필요한 단계에서 임베딩 확장을 검토합니다.</a:t>
            </a:r>
          </a:p>
        </p:txBody>
      </p:sp>
    </p:spTree>
    <p:extLst>
      <p:ext uri="{BB962C8B-B14F-4D97-AF65-F5344CB8AC3E}">
        <p14:creationId xmlns:p14="http://schemas.microsoft.com/office/powerpoint/2010/main" val="9648585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6492C-1E44-4B1C-824E-45327E6D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F62199-F392-4362-885A-FE98ADE8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796419-3ABF-4323-9D8B-8DC46D52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권역과 여행 날짜를 반영한 추천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2B264-6623-4706-AF59-3E705AC4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정확한 지역 조건과 날짜가 있는 보조 정보를 우선 적용합니다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4BDEFA-C6B6-4BD8-8467-A0A7B1C38277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판단 기준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 적용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표시하는 한계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가까운 권역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시·군·구 안의 후보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도로 경로는 별도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이동 수단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직선 반경 15 / 8 / 4km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자차 / 대중교통 / 도보·택시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날씨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예보가 있는 날짜만 활용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범위 밖·실패 상태 안내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행사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개최 기간이 겹치는 행사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확인한 날짜 안에서만 배치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월·계절 키워드 참고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절정·제철 판매 확정 안 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28423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FBF8B-417C-4466-B9FE-101D993903AB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429375" y="3048000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67D3D-B590-4DEC-AD1B-C126F392C934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09900" y="3048000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CABAE-CD51-4110-BE18-A916D01C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D529F-DFEC-45F7-988B-893DC8C2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34B2D-D585-4E13-994C-E1A42277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 체험 AI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6A1FB-D7DA-4A10-AD06-2E036683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고정된 도구 순서와 검증된 JSON 인자로 수행하는 제한형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43E6EE-5BA7-4531-8EF0-D570CA6B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24125"/>
            <a:ext cx="247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 입력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권한·소유권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242899-A124-489F-A30E-112583B0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24125"/>
            <a:ext cx="2952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모델이 인자 제안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서버가 도구 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DA970-BE2F-43B1-8EEF-6113DD74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24125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출처·계산 검증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보고서 생성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B46B9-472B-48CA-B1D6-E8B95869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54AB11-6B3D-4D9B-B30E-17D7AAE3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유사 체험 검색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6D348-360A-4814-A756-0FECDBB8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29615-9303-475C-8384-3ED1A24B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지역 지식 검색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08C4C-7F70-4575-9E56-4FC780B7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560268-6752-4129-B1A4-F7A026B8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체험 가치 평가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DAC35C-9132-4EE1-8530-B36163D2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957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9AFBF-9370-4382-AAC3-CB2C0EF3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543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비용 계산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993B5-1D08-44F5-9F92-19D4C850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0225"/>
            <a:ext cx="11125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조회한 근거 ID만 인용하고, 호스트 검토 뒤 별도 저장합니다.</a:t>
            </a:r>
          </a:p>
        </p:txBody>
      </p:sp>
    </p:spTree>
    <p:extLst>
      <p:ext uri="{BB962C8B-B14F-4D97-AF65-F5344CB8AC3E}">
        <p14:creationId xmlns:p14="http://schemas.microsoft.com/office/powerpoint/2010/main" val="19743368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3A64E6-AD3D-4A0A-9AA6-F094EE984B46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077075" y="2952750"/>
            <a:ext cx="1209675" cy="18097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8F744-305A-48F3-A0D9-EAD781F0AD41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1771650" y="3524250"/>
            <a:ext cx="2162175" cy="1238250"/>
          </a:xfrm>
          <a:prstGeom xmlns:a="http://schemas.openxmlformats.org/drawingml/2006/main" prst="bentConnector5">
            <a:avLst>
              <a:gd name="adj1" fmla="val 0"/>
              <a:gd name="adj2" fmla="val 18462"/>
              <a:gd name="adj3" fmla="val 89427"/>
            </a:avLst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C7C15A-DFD2-4140-BAA0-366FFF18FC1D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077075" y="4762500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7DE4D-2005-4AFA-B286-04C09A4E3638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077075" y="2952750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7667C-D2E4-4635-B0E4-47F567FD73BF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009900" y="2952750"/>
            <a:ext cx="923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33DB1-7B34-48F5-8BDB-A6431293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AAC9F-26D8-4ACC-902D-997803F5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78FE02-624B-404A-81DD-7445AA38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시스템 아키텍처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7171A-2654-475A-80B9-EB137879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사용자 인증 경로와 서버 전용 키가 필요한 경로를 분리했습니다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8B510E-C3B4-4108-9FC7-10109296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React 웹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여행자 / 호스트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9B737-65C8-4C48-84F0-8CBD07A7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38125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Express API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검색·생성·검증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279B4-22B3-4D13-8776-EDF6BBC8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81250"/>
            <a:ext cx="3333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Supabase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Auth · DB · RLS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EE02E-A5B3-4025-8C46-39957DDE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2386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Edge Function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호스트 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3123C3-FFF6-4110-B027-9CD49400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38625"/>
            <a:ext cx="3333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TourAPI · 날씨</a:t>
            </a:r>
          </a:p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Codyssey 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56980-C6E8-4BDC-99D0-0222E389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11096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하단 외부 서비스는 API와 Agent의 조회·생성 경로를 나타냅니다.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8FF3B-06FC-4FF9-82E8-62095E5D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11096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일부 일정 편집은 웹에서 사용자 RLS를 적용한 Supabase SDK로 수행합니다.</a:t>
            </a:r>
          </a:p>
        </p:txBody>
      </p:sp>
    </p:spTree>
    <p:extLst>
      <p:ext uri="{BB962C8B-B14F-4D97-AF65-F5344CB8AC3E}">
        <p14:creationId xmlns:p14="http://schemas.microsoft.com/office/powerpoint/2010/main" val="5970171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5445B-81E8-46BF-A0E8-1870FB74740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610600" y="31432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D982F-95DB-44B8-BF08-AB73E56DF28F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10250" y="31432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983B7-7903-4723-8EEF-20A2CD38B1BC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009900" y="314325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6776F"/>
            </a:solidFill>
            <a:tailEnd type="arrow" w="med" len="me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AA3C7-712E-480B-BBF4-C1498E1B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C8E61C-08EB-481E-B112-4BDF6D57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3A4C4-D16F-43B1-8FC6-1F7C846F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데이터 갱신과 저장 일관성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69D35-EC73-4160-86B3-350D9F58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원천 식별자·변경 해시·트랜잭션·회원 소유권을 함께 관리합니다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853964-9FB9-470F-9338-87C11540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원본 수집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27A6F-7ED7-4322-9811-2877CCC0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contentid · 수정일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32A65-D800-4E54-A146-467944FA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변경 판정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F4D30-92BA-4FA5-8D8F-2C357F6A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해시 · 공개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48AD17-9B3D-4375-8ADA-F83F5711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원자적 반영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1D1C9-293A-41DC-B01B-3C1234D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데이터 + 커서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43EEA-18C1-4308-9044-90DC99B9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6700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E8"/>
          </a:solidFill>
          <a:ln xmlns:a="http://schemas.openxmlformats.org/drawingml/2006/main" w="9525">
            <a:solidFill>
              <a:srgbClr val="B8C8BC"/>
            </a:solidFill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화면 조회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F8C875-57BA-469A-A360-CE2549F5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5762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DB 페이지 + 캐시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14ACF1-530E-4C77-ADC1-80E5EB39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회원 일정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1E7421-35D8-4475-B3A4-B1233307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33950"/>
            <a:ext cx="8096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UUID와 RLS로 소유권 분리 / 수동 편집은 updated_at으로 충돌 감지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74EE6C-E64E-4744-8B3C-B56ADF3B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중단 후 다음 페이지에서 재개하며, 한도 오류는 반복 호출하지 않고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3495164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AA6C1-CBCA-4ED1-9AB6-E190E688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FBE75-FC7B-40C1-B724-1BBA866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7ECAD-EB6C-48A1-AF60-D1D1A2A3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문제 발견과 개선 추적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F2FE3-A57F-444A-940B-04D04D33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실제 개선 요청을 기능과 데이터 동작에 반영했습니다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3D157-EA0F-4496-B723-354E63F61F63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 또는 요청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반영 내용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일정과 찜이 연결되지 않음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회원별 저장과 목록 통합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DB 재조회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먼 도시를 오가는 AI 코스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세부 지역과 직선 반경 제한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거제 일정 생성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장소별로 과거 여행이 반복됨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여행 하나로 묶고 전체 상세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저장 payload 연결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없이 계획하고 싶음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직접 만들기와 날짜별 담기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생성·편집·재조회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목록이 계속 길어짐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일정 3개·찜 6개 페이지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목록 분할 및 빌드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56808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F8FF1-5896-475F-A2B0-32C55D7E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6A28F-3E6F-4218-A7AA-E7C26701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FE6F7-9E53-4AB9-852A-64E414B6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검증 증거와 적용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4FA5F-2633-4B57-A1EB-54A798E4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자동 검사·실제 API·개발 피드백·외부 사용자 평가를 구분합니다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CC9E3-620E-4039-AEA2-F6C919A631BF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검사 묶음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Supabase·일정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40 / 40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권한·저장·동기화 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탐색·추천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 / 42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검색·추천·이동 경로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장소 상세·캐시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 / 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사진·동명 장소·입력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API·DB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/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저장과 AI 생성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호스트 Agent 모의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 / 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도구·출처·비용·권한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720696-3482-4681-837B-6F5B16AA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97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검사 묶음에 중복이 있습니다. 외부 사용자 테스트와 최근 전체 화면 클릭 검수는 미완료입니다.</a:t>
            </a:r>
          </a:p>
        </p:txBody>
      </p:sp>
    </p:spTree>
    <p:extLst>
      <p:ext uri="{BB962C8B-B14F-4D97-AF65-F5344CB8AC3E}">
        <p14:creationId xmlns:p14="http://schemas.microsoft.com/office/powerpoint/2010/main" val="145447115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290E23-4D81-4501-A557-5F46CA6D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B47BF3-85F8-465C-B5ED-D3E0669A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29BF1-0C84-46D8-B02D-DA5DAEBF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팀 역할과 약 2주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E6824-ACB9-4317-93E1-693F6237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개발 기간 약 2주 / 기능별 분담 후 인증·장소 ID·일정 구조 통합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7FA47-A74B-43A3-BF54-EBD09D4ADBF1}"/>
              </a:ext>
            </a:extLst>
          </p:cNvPr>
          <p:cNvGraphicFramePr/>
          <p:nvPr/>
        </p:nvGraphicFramePr>
        <p:xfrm>
          <a:off xmlns:a="http://schemas.openxmlformats.org/drawingml/2006/main" x="533400" y="2209800"/>
          <a:ext xmlns:a="http://schemas.openxmlformats.org/drawingml/2006/main" cx="111252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3714750"/>
                <a:gridCol w="417195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영역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연결 지점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T w="9525">
                      <a:solidFill>
                        <a:srgbClr val="D7DFD8"/>
                      </a:solidFill>
                      <a:prstDash val="solid"/>
                    </a:lnT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E8EEE8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강하연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로컬 체험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호스트·체험 운영과 AI 진단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최인영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사진 및 추천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여행지 탐색과 추천 경험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황재훈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여행 일정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기반 생성과 코스 편집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김수민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커뮤니티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장소별 리뷰와 여행 기록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이충훈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7DFD8"/>
                      </a:solidFill>
                      <a:prstDash val="solid"/>
                    </a:lnL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로그인·DB 설계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725" b="0">
                          <a:solidFill>
                            <a:srgbClr val="26374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회원 인증과 데이터 관계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7DFD8"/>
                      </a:solidFill>
                      <a:prstDash val="solid"/>
                    </a:lnR>
                    <a:lnB w="9525">
                      <a:solidFill>
                        <a:srgbClr val="D7DF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29590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3645E-E5F4-4EE5-BEDB-A175D6FC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FC12B-AA86-496F-B51A-8D295564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82058-73E8-46CB-A572-EBC283C1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95325"/>
            <a:ext cx="11163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운영 전환과 품질 검증 계획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69C3FA-DF6C-4C4D-A83C-E0E56458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11096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현재 확보한 기능 검증을 공개 환경과 실제 사용자 경험으로 확장합니다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8D43B-8968-4D68-889B-43EFBA90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4E4F7-E9A0-4F18-9807-CBEB5451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외부 사용자 검증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158514-35C8-478E-B078-D93020D0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5명 이상에게 동일 과제를 제공하고 완료·시간·막힌 단계를 기록합니다.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6F5D9-45F2-45B2-A2B3-1BFB6E34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현재 미실시이며 만족도·시간 절감 수치는 산정하지 않았습니다.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9B54F3-D290-470E-84B5-3B62793C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AE673-15C3-4BFE-8DCB-8727881D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결함과 재검증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651AFB-FFAC-43A3-920D-81AA69C9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문제 원인과 수정 기능을 연결해 기록합니다.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1BE32-61AD-4F9D-9029-88C65D48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수정 후 같은 과제로 다시 확인합니다.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DAEC20-7E6D-404A-929B-5176AFD1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2AB2E9-904A-412F-B130-6DFF1A41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2895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공개 운영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63FC2-99A8-4E0A-AF1C-AF2E9F51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웹·API·Auth·Agent의 공개 접근 경로를 확인합니다.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43F37C-AA27-49D0-86CE-1156A019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라우팅·비밀값·동기화 예약 실행을 점검합니다.</a:t>
            </a:r>
          </a:p>
        </p:txBody>
      </p:sp>
    </p:spTree>
    <p:extLst>
      <p:ext uri="{BB962C8B-B14F-4D97-AF65-F5344CB8AC3E}">
        <p14:creationId xmlns:p14="http://schemas.microsoft.com/office/powerpoint/2010/main" val="15894114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09F59-C204-4AA9-922D-DDC78D69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여행, 한걸음  / 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46A07D-01EC-4DA4-800F-E3308083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90F17-53C0-48CF-A6DD-7C689D802B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c4faadf6e4834"/>
          <a:srcRect xmlns:a="http://schemas.openxmlformats.org/drawingml/2006/main" l="20845" t="0" r="208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F8B7C-548E-4435-8B07-CDB00008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여행의 계획과 기록을</a:t>
            </a:r>
          </a:p>
          <a:p xmlns:a="http://schemas.openxmlformats.org/drawingml/2006/main">
            <a:pPr>
              <a:def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263746"/>
                </a:solidFill>
                <a:latin typeface="Malgun Gothic"/>
                <a:ea typeface="Malgun Gothic"/>
                <a:cs typeface="Malgun Gothic"/>
              </a:rPr>
              <a:t>한곳에서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FD4A1-66E8-44DC-84A0-F789924FF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66776F"/>
                </a:solidFill>
                <a:latin typeface="Malgun Gothic"/>
                <a:ea typeface="Malgun Gothic"/>
                <a:cs typeface="Malgun Gothic"/>
              </a:rPr>
              <a:t>AI 초안과 직접 편집으로 만드는 나만의 국내 여행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27CFA-9A40-4CBD-9F75-83B26ED0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102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CD7565"/>
                </a:solidFill>
                <a:latin typeface="Malgun Gothic"/>
                <a:ea typeface="Malgun Gothic"/>
                <a:cs typeface="Malgun Gothic"/>
              </a:rPr>
              <a:t>탐색 · 계획 · 기록</a:t>
            </a:r>
          </a:p>
        </p:txBody>
      </p:sp>
    </p:spTree>
    <p:extLst>
      <p:ext uri="{BB962C8B-B14F-4D97-AF65-F5344CB8AC3E}">
        <p14:creationId xmlns:p14="http://schemas.microsoft.com/office/powerpoint/2010/main" val="6460009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2026-10-26T09:23:33.8350000Z</dcterms:created>
  <dcterms:modified xsi:type="dcterms:W3CDTF">2026-10-26T09:23:33.8350000Z</dcterms:modified>
</coreProperties>
</file>